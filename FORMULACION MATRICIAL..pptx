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21"/>
  </p:notesMasterIdLst>
  <p:sldIdLst>
    <p:sldId id="543" r:id="rId2"/>
    <p:sldId id="607" r:id="rId3"/>
    <p:sldId id="578" r:id="rId4"/>
    <p:sldId id="579" r:id="rId5"/>
    <p:sldId id="586" r:id="rId6"/>
    <p:sldId id="580" r:id="rId7"/>
    <p:sldId id="581" r:id="rId8"/>
    <p:sldId id="582" r:id="rId9"/>
    <p:sldId id="587" r:id="rId10"/>
    <p:sldId id="588" r:id="rId11"/>
    <p:sldId id="589" r:id="rId12"/>
    <p:sldId id="590" r:id="rId13"/>
    <p:sldId id="583" r:id="rId14"/>
    <p:sldId id="584" r:id="rId15"/>
    <p:sldId id="593" r:id="rId16"/>
    <p:sldId id="585" r:id="rId17"/>
    <p:sldId id="591" r:id="rId18"/>
    <p:sldId id="608" r:id="rId19"/>
    <p:sldId id="595" r:id="rId20"/>
  </p:sldIdLst>
  <p:sldSz cx="9144000" cy="6858000" type="screen4x3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434" autoAdjust="0"/>
  </p:normalViewPr>
  <p:slideViewPr>
    <p:cSldViewPr>
      <p:cViewPr varScale="1">
        <p:scale>
          <a:sx n="61" d="100"/>
          <a:sy n="61" d="100"/>
        </p:scale>
        <p:origin x="157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2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y Lorenzo Marcillo Merino" userId="3722a1458e20ba09" providerId="LiveId" clId="{AF86BD3C-0E5C-4E4C-ABA3-7ACA8C0DCA6C}"/>
    <pc:docChg chg="addSld modSld">
      <pc:chgData name="Gery Lorenzo Marcillo Merino" userId="3722a1458e20ba09" providerId="LiveId" clId="{AF86BD3C-0E5C-4E4C-ABA3-7ACA8C0DCA6C}" dt="2021-09-24T11:16:47.714" v="4" actId="1076"/>
      <pc:docMkLst>
        <pc:docMk/>
      </pc:docMkLst>
      <pc:sldChg chg="addSp delSp modSp add mod">
        <pc:chgData name="Gery Lorenzo Marcillo Merino" userId="3722a1458e20ba09" providerId="LiveId" clId="{AF86BD3C-0E5C-4E4C-ABA3-7ACA8C0DCA6C}" dt="2021-09-24T11:16:47.714" v="4" actId="1076"/>
        <pc:sldMkLst>
          <pc:docMk/>
          <pc:sldMk cId="3520888305" sldId="608"/>
        </pc:sldMkLst>
        <pc:spChg chg="del">
          <ac:chgData name="Gery Lorenzo Marcillo Merino" userId="3722a1458e20ba09" providerId="LiveId" clId="{AF86BD3C-0E5C-4E4C-ABA3-7ACA8C0DCA6C}" dt="2021-09-24T11:16:37.738" v="1" actId="478"/>
          <ac:spMkLst>
            <pc:docMk/>
            <pc:sldMk cId="3520888305" sldId="608"/>
            <ac:spMk id="3" creationId="{EB130FF9-DC1B-4FC7-8B85-5D2C22F11976}"/>
          </ac:spMkLst>
        </pc:spChg>
        <pc:spChg chg="del">
          <ac:chgData name="Gery Lorenzo Marcillo Merino" userId="3722a1458e20ba09" providerId="LiveId" clId="{AF86BD3C-0E5C-4E4C-ABA3-7ACA8C0DCA6C}" dt="2021-09-24T11:16:37.738" v="1" actId="478"/>
          <ac:spMkLst>
            <pc:docMk/>
            <pc:sldMk cId="3520888305" sldId="608"/>
            <ac:spMk id="4" creationId="{57AF92E1-E569-477E-A1E2-C10E56F8580B}"/>
          </ac:spMkLst>
        </pc:spChg>
        <pc:spChg chg="del">
          <ac:chgData name="Gery Lorenzo Marcillo Merino" userId="3722a1458e20ba09" providerId="LiveId" clId="{AF86BD3C-0E5C-4E4C-ABA3-7ACA8C0DCA6C}" dt="2021-09-24T11:16:37.738" v="1" actId="478"/>
          <ac:spMkLst>
            <pc:docMk/>
            <pc:sldMk cId="3520888305" sldId="608"/>
            <ac:spMk id="5" creationId="{69EC81BB-0C67-47DF-8323-6281DA4B79C2}"/>
          </ac:spMkLst>
        </pc:spChg>
        <pc:spChg chg="del">
          <ac:chgData name="Gery Lorenzo Marcillo Merino" userId="3722a1458e20ba09" providerId="LiveId" clId="{AF86BD3C-0E5C-4E4C-ABA3-7ACA8C0DCA6C}" dt="2021-09-24T11:16:37.738" v="1" actId="478"/>
          <ac:spMkLst>
            <pc:docMk/>
            <pc:sldMk cId="3520888305" sldId="608"/>
            <ac:spMk id="6" creationId="{0911B9E0-AB55-4AE9-A506-C1F329AB682F}"/>
          </ac:spMkLst>
        </pc:spChg>
        <pc:spChg chg="del">
          <ac:chgData name="Gery Lorenzo Marcillo Merino" userId="3722a1458e20ba09" providerId="LiveId" clId="{AF86BD3C-0E5C-4E4C-ABA3-7ACA8C0DCA6C}" dt="2021-09-24T11:16:37.738" v="1" actId="478"/>
          <ac:spMkLst>
            <pc:docMk/>
            <pc:sldMk cId="3520888305" sldId="608"/>
            <ac:spMk id="7" creationId="{FE93E642-372B-4502-9156-0F592941DAC4}"/>
          </ac:spMkLst>
        </pc:spChg>
        <pc:spChg chg="del">
          <ac:chgData name="Gery Lorenzo Marcillo Merino" userId="3722a1458e20ba09" providerId="LiveId" clId="{AF86BD3C-0E5C-4E4C-ABA3-7ACA8C0DCA6C}" dt="2021-09-24T11:16:37.738" v="1" actId="478"/>
          <ac:spMkLst>
            <pc:docMk/>
            <pc:sldMk cId="3520888305" sldId="608"/>
            <ac:spMk id="9" creationId="{EA5E7F92-39A4-4661-A4E5-7D1E0EBE0B4F}"/>
          </ac:spMkLst>
        </pc:spChg>
        <pc:spChg chg="del">
          <ac:chgData name="Gery Lorenzo Marcillo Merino" userId="3722a1458e20ba09" providerId="LiveId" clId="{AF86BD3C-0E5C-4E4C-ABA3-7ACA8C0DCA6C}" dt="2021-09-24T11:16:37.738" v="1" actId="478"/>
          <ac:spMkLst>
            <pc:docMk/>
            <pc:sldMk cId="3520888305" sldId="608"/>
            <ac:spMk id="11" creationId="{13ACE4A7-945B-44C6-B331-7603AC8505AE}"/>
          </ac:spMkLst>
        </pc:spChg>
        <pc:spChg chg="del">
          <ac:chgData name="Gery Lorenzo Marcillo Merino" userId="3722a1458e20ba09" providerId="LiveId" clId="{AF86BD3C-0E5C-4E4C-ABA3-7ACA8C0DCA6C}" dt="2021-09-24T11:16:37.738" v="1" actId="478"/>
          <ac:spMkLst>
            <pc:docMk/>
            <pc:sldMk cId="3520888305" sldId="608"/>
            <ac:spMk id="13" creationId="{3F1C5D17-CED8-4E9E-8F80-EBCB448C1930}"/>
          </ac:spMkLst>
        </pc:spChg>
        <pc:spChg chg="del">
          <ac:chgData name="Gery Lorenzo Marcillo Merino" userId="3722a1458e20ba09" providerId="LiveId" clId="{AF86BD3C-0E5C-4E4C-ABA3-7ACA8C0DCA6C}" dt="2021-09-24T11:16:37.738" v="1" actId="478"/>
          <ac:spMkLst>
            <pc:docMk/>
            <pc:sldMk cId="3520888305" sldId="608"/>
            <ac:spMk id="14" creationId="{ABE2D1D7-F629-4AB4-90F2-B5E9FE02126B}"/>
          </ac:spMkLst>
        </pc:spChg>
        <pc:spChg chg="add mod">
          <ac:chgData name="Gery Lorenzo Marcillo Merino" userId="3722a1458e20ba09" providerId="LiveId" clId="{AF86BD3C-0E5C-4E4C-ABA3-7ACA8C0DCA6C}" dt="2021-09-24T11:16:47.714" v="4" actId="1076"/>
          <ac:spMkLst>
            <pc:docMk/>
            <pc:sldMk cId="3520888305" sldId="608"/>
            <ac:spMk id="15" creationId="{1FE077CD-B80F-4497-8EBA-AFA8503533A4}"/>
          </ac:spMkLst>
        </pc:spChg>
        <pc:spChg chg="add mod">
          <ac:chgData name="Gery Lorenzo Marcillo Merino" userId="3722a1458e20ba09" providerId="LiveId" clId="{AF86BD3C-0E5C-4E4C-ABA3-7ACA8C0DCA6C}" dt="2021-09-24T11:16:45.015" v="3" actId="1076"/>
          <ac:spMkLst>
            <pc:docMk/>
            <pc:sldMk cId="3520888305" sldId="608"/>
            <ac:spMk id="16" creationId="{52B9A20F-2617-4A16-B599-08B2AA5568DC}"/>
          </ac:spMkLst>
        </pc:spChg>
        <pc:spChg chg="add mod">
          <ac:chgData name="Gery Lorenzo Marcillo Merino" userId="3722a1458e20ba09" providerId="LiveId" clId="{AF86BD3C-0E5C-4E4C-ABA3-7ACA8C0DCA6C}" dt="2021-09-24T11:16:45.015" v="3" actId="1076"/>
          <ac:spMkLst>
            <pc:docMk/>
            <pc:sldMk cId="3520888305" sldId="608"/>
            <ac:spMk id="17" creationId="{ACA7981D-6BD3-4591-9541-81E45C7C3CFC}"/>
          </ac:spMkLst>
        </pc:spChg>
        <pc:spChg chg="add mod">
          <ac:chgData name="Gery Lorenzo Marcillo Merino" userId="3722a1458e20ba09" providerId="LiveId" clId="{AF86BD3C-0E5C-4E4C-ABA3-7ACA8C0DCA6C}" dt="2021-09-24T11:16:45.015" v="3" actId="1076"/>
          <ac:spMkLst>
            <pc:docMk/>
            <pc:sldMk cId="3520888305" sldId="608"/>
            <ac:spMk id="18" creationId="{A17DD031-63DB-40D7-8945-EAE9168FE7FA}"/>
          </ac:spMkLst>
        </pc:spChg>
        <pc:spChg chg="add mod">
          <ac:chgData name="Gery Lorenzo Marcillo Merino" userId="3722a1458e20ba09" providerId="LiveId" clId="{AF86BD3C-0E5C-4E4C-ABA3-7ACA8C0DCA6C}" dt="2021-09-24T11:16:45.015" v="3" actId="1076"/>
          <ac:spMkLst>
            <pc:docMk/>
            <pc:sldMk cId="3520888305" sldId="608"/>
            <ac:spMk id="19" creationId="{E20C471B-A199-40AF-9C77-77D0814B0F35}"/>
          </ac:spMkLst>
        </pc:spChg>
        <pc:spChg chg="add mod">
          <ac:chgData name="Gery Lorenzo Marcillo Merino" userId="3722a1458e20ba09" providerId="LiveId" clId="{AF86BD3C-0E5C-4E4C-ABA3-7ACA8C0DCA6C}" dt="2021-09-24T11:16:45.015" v="3" actId="1076"/>
          <ac:spMkLst>
            <pc:docMk/>
            <pc:sldMk cId="3520888305" sldId="608"/>
            <ac:spMk id="20" creationId="{E77D19FC-B569-43C1-8756-ABDFA24AFA98}"/>
          </ac:spMkLst>
        </pc:spChg>
        <pc:spChg chg="add mod">
          <ac:chgData name="Gery Lorenzo Marcillo Merino" userId="3722a1458e20ba09" providerId="LiveId" clId="{AF86BD3C-0E5C-4E4C-ABA3-7ACA8C0DCA6C}" dt="2021-09-24T11:16:45.015" v="3" actId="1076"/>
          <ac:spMkLst>
            <pc:docMk/>
            <pc:sldMk cId="3520888305" sldId="608"/>
            <ac:spMk id="21" creationId="{8C987608-786F-4437-A483-2E7C04649789}"/>
          </ac:spMkLst>
        </pc:spChg>
        <pc:spChg chg="add mod">
          <ac:chgData name="Gery Lorenzo Marcillo Merino" userId="3722a1458e20ba09" providerId="LiveId" clId="{AF86BD3C-0E5C-4E4C-ABA3-7ACA8C0DCA6C}" dt="2021-09-24T11:16:45.015" v="3" actId="1076"/>
          <ac:spMkLst>
            <pc:docMk/>
            <pc:sldMk cId="3520888305" sldId="608"/>
            <ac:spMk id="22" creationId="{94746B7D-4958-40E6-8456-974C19211454}"/>
          </ac:spMkLst>
        </pc:spChg>
        <pc:spChg chg="add mod">
          <ac:chgData name="Gery Lorenzo Marcillo Merino" userId="3722a1458e20ba09" providerId="LiveId" clId="{AF86BD3C-0E5C-4E4C-ABA3-7ACA8C0DCA6C}" dt="2021-09-24T11:16:45.015" v="3" actId="1076"/>
          <ac:spMkLst>
            <pc:docMk/>
            <pc:sldMk cId="3520888305" sldId="608"/>
            <ac:spMk id="23" creationId="{3B5B6D5B-0A05-45FB-A619-00A4D5366ADB}"/>
          </ac:spMkLst>
        </pc:spChg>
        <pc:picChg chg="del">
          <ac:chgData name="Gery Lorenzo Marcillo Merino" userId="3722a1458e20ba09" providerId="LiveId" clId="{AF86BD3C-0E5C-4E4C-ABA3-7ACA8C0DCA6C}" dt="2021-09-24T11:16:37.738" v="1" actId="478"/>
          <ac:picMkLst>
            <pc:docMk/>
            <pc:sldMk cId="3520888305" sldId="608"/>
            <ac:picMk id="10" creationId="{00000000-0000-0000-0000-000000000000}"/>
          </ac:picMkLst>
        </pc:picChg>
        <pc:picChg chg="add mod">
          <ac:chgData name="Gery Lorenzo Marcillo Merino" userId="3722a1458e20ba09" providerId="LiveId" clId="{AF86BD3C-0E5C-4E4C-ABA3-7ACA8C0DCA6C}" dt="2021-09-24T11:16:39.169" v="2"/>
          <ac:picMkLst>
            <pc:docMk/>
            <pc:sldMk cId="3520888305" sldId="608"/>
            <ac:picMk id="12" creationId="{2798CE63-2033-4F44-B7A1-8A57D4C77D2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A5758-D7C1-4CF2-BCB8-41D3210083F0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F41FA-B30E-4263-BD91-D8B7257586C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0430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0ACB0-C951-42F3-B304-C8E35B3F9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64B15F-BC81-4CB2-BE5F-D1797106E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E6E959-36E8-4733-B4FE-CA3873A15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503CCE-D3AA-4563-9BFC-E031BCCC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9F168B-3001-49A3-AC2C-0924C925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0024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24C72-9088-4A44-A3CE-7CA13A79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9C5DBF-020C-4B27-AF08-DC65ECF8F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06B606-8ECC-40FB-88A1-FF75B94F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4F366C-F565-47CB-8CDF-90F20398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8D4493-6F80-4678-8F48-60FC2B68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4796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2BE8C-D3E6-4752-B270-4582DD95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99643B-5B5E-4BD1-8226-859FA0B24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F55191-2D2C-4B3F-B09B-71661D3F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5F807E-5190-4F82-B675-2D901C2E5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D813DD-88EF-4CE8-B782-C5AA4548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6805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3F7B5-871A-4C2D-9327-5B46A8F58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CEC3F4-7F74-4FC1-A3CC-A4244F0C5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3AFDFE-9283-4EF0-B7E9-63AD1B3B1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D716A8-507B-4A6E-9006-5987A6BE0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7FB799-3C89-4561-9C45-5DE43644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3BED8D-B250-4A02-B4F5-483D56CC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04007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0E0F8-BFAA-4706-9FFD-D0E9FDC5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1E4E3A-DAEB-40BE-B070-195CAA19A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F1B3F8-A43D-4CBC-B732-EC54ABB40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E6AFBF-A306-4044-BC5F-F9EC11348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941068-3B8F-4B6F-9387-896A14D73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CEDD8BB-3473-4C3A-B435-55EE34710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29E3369-7092-4086-9DBA-357BFB29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B84961-1C4D-4B5E-A5AB-076FC3EA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342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7A88A-5C53-4C78-93C6-BC3413FA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0FF211-102E-49AE-9165-6FFBEAEB6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EC6C200-9EAE-4F7B-B163-0D3077D1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3299D63-68E5-4D09-A2AF-5E8A6FA0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98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D79CDD-0DE2-46A2-80D2-9A2657E1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9F6082E-1934-4A24-AA75-AF977A7BB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DBFF32-0F3E-45E0-91A3-10FCA9B9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7449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29708-0C32-4E8B-873A-366802F3F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64669E-0511-4D5B-A45A-8644A06F1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8C855E-248F-4208-BE42-72FED5888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950A7B-8F06-4B96-9222-1FC39AFD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B9CEEB-5C16-472E-A1B4-3FC168279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88461F-28BD-43F5-BA9A-EDC97793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8254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53477-973C-4191-9256-673D6F53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535351-A1D6-448E-B808-89F58A92B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16DFE0-5D15-4B7A-B867-5EFF12A1C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36AD5-B691-4AA9-90DA-3272F6C01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B49981-8FB6-4F92-A213-7300EDBC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609B16-F9EB-4D97-B39C-691689F9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7143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D51B5-37C1-44E8-A15A-28570EBA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FF61F1-256F-43D7-BCA7-9F1F26B33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0F4336-D385-421A-AF30-AD670EF5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D8C9C3-674A-4814-9ED2-B92B43FA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4A30D3-64BB-41E9-B066-8950813B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2959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5CB70B-CA7C-4716-AF68-ED48309A5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A3311D-0BCB-495E-ABFC-174E593BB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31A8A1-CBBA-4E2F-8FFD-0129117F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75BC74-B410-4E7D-A229-1BF77235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93E9F0-EBFF-4D95-BFED-1E17DE04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48158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0758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713AD0-D308-42C4-9E79-17A5DECD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75B594-C738-4F5E-AD61-79F62B56F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F89C4-52CF-4E88-BFFB-AE2420EAB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333FA-9ADE-4084-A50C-8633D88F2318}" type="datetimeFigureOut">
              <a:rPr lang="es-EC" smtClean="0"/>
              <a:t>16/5/2026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B92A5E-406B-4C97-BD0F-D0CE3855A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6437BE-152E-4D40-876C-DF26756C7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77292-EEBA-4F19-9BE7-BD816DD087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5638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91B5F41-0104-425C-9C71-CC6F5AA3D265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76"/>
          <a:stretch/>
        </p:blipFill>
        <p:spPr bwMode="auto">
          <a:xfrm>
            <a:off x="0" y="116632"/>
            <a:ext cx="9144000" cy="66829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18897" y="-27384"/>
            <a:ext cx="9125103" cy="95410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C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FUNDAMENTOS Y FORMULACIONES MATRICIALES</a:t>
            </a:r>
          </a:p>
        </p:txBody>
      </p:sp>
      <p:pic>
        <p:nvPicPr>
          <p:cNvPr id="8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588" y="5501582"/>
            <a:ext cx="663232" cy="1260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4811E5A-AE0E-4BA6-87ED-0C9B91549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3538092"/>
            <a:ext cx="11430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1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1D7FEC97-2AF8-42B1-BDE8-852153C7C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27" b="48035"/>
          <a:stretch>
            <a:fillRect/>
          </a:stretch>
        </p:blipFill>
        <p:spPr bwMode="auto">
          <a:xfrm>
            <a:off x="336998" y="908720"/>
            <a:ext cx="8470004" cy="538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8EC90FC-5D14-4D49-A79F-7786209F0D59}"/>
              </a:ext>
            </a:extLst>
          </p:cNvPr>
          <p:cNvSpPr/>
          <p:nvPr/>
        </p:nvSpPr>
        <p:spPr>
          <a:xfrm>
            <a:off x="3419872" y="1988840"/>
            <a:ext cx="1944216" cy="39604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Cubo 6">
            <a:extLst>
              <a:ext uri="{FF2B5EF4-FFF2-40B4-BE49-F238E27FC236}">
                <a16:creationId xmlns:a16="http://schemas.microsoft.com/office/drawing/2014/main" id="{3A1E67A8-7DCB-4113-89A2-828C0C131089}"/>
              </a:ext>
            </a:extLst>
          </p:cNvPr>
          <p:cNvSpPr/>
          <p:nvPr/>
        </p:nvSpPr>
        <p:spPr>
          <a:xfrm>
            <a:off x="4131693" y="2486147"/>
            <a:ext cx="360040" cy="936104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EF5D59E2-9921-4377-B02B-596C02350579}"/>
              </a:ext>
            </a:extLst>
          </p:cNvPr>
          <p:cNvSpPr/>
          <p:nvPr/>
        </p:nvSpPr>
        <p:spPr>
          <a:xfrm>
            <a:off x="4131693" y="4502371"/>
            <a:ext cx="360040" cy="29478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Cubo 1">
            <a:extLst>
              <a:ext uri="{FF2B5EF4-FFF2-40B4-BE49-F238E27FC236}">
                <a16:creationId xmlns:a16="http://schemas.microsoft.com/office/drawing/2014/main" id="{5231B4E4-D50E-C02E-AFFA-34434341197C}"/>
              </a:ext>
            </a:extLst>
          </p:cNvPr>
          <p:cNvSpPr/>
          <p:nvPr/>
        </p:nvSpPr>
        <p:spPr>
          <a:xfrm>
            <a:off x="1274267" y="2154036"/>
            <a:ext cx="402779" cy="100811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bo 2">
            <a:extLst>
              <a:ext uri="{FF2B5EF4-FFF2-40B4-BE49-F238E27FC236}">
                <a16:creationId xmlns:a16="http://schemas.microsoft.com/office/drawing/2014/main" id="{1D83A2FD-6CAF-1896-98EF-438A344581FC}"/>
              </a:ext>
            </a:extLst>
          </p:cNvPr>
          <p:cNvSpPr/>
          <p:nvPr/>
        </p:nvSpPr>
        <p:spPr>
          <a:xfrm>
            <a:off x="7020272" y="2190040"/>
            <a:ext cx="360040" cy="936104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719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5A56220-EC83-40E2-84DC-DD72B9000136}"/>
              </a:ext>
            </a:extLst>
          </p:cNvPr>
          <p:cNvCxnSpPr>
            <a:cxnSpLocks/>
            <a:endCxn id="14" idx="39"/>
          </p:cNvCxnSpPr>
          <p:nvPr/>
        </p:nvCxnSpPr>
        <p:spPr>
          <a:xfrm>
            <a:off x="2342632" y="3572435"/>
            <a:ext cx="4464496" cy="7200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50C973FF-7160-4FC2-BFA8-A2EF6F56946E}"/>
              </a:ext>
            </a:extLst>
          </p:cNvPr>
          <p:cNvSpPr/>
          <p:nvPr/>
        </p:nvSpPr>
        <p:spPr>
          <a:xfrm>
            <a:off x="2342632" y="2298069"/>
            <a:ext cx="4464496" cy="1346374"/>
          </a:xfrm>
          <a:custGeom>
            <a:avLst/>
            <a:gdLst>
              <a:gd name="connsiteX0" fmla="*/ 0 w 4221480"/>
              <a:gd name="connsiteY0" fmla="*/ 533400 h 1143000"/>
              <a:gd name="connsiteX1" fmla="*/ 76200 w 4221480"/>
              <a:gd name="connsiteY1" fmla="*/ 502920 h 1143000"/>
              <a:gd name="connsiteX2" fmla="*/ 121920 w 4221480"/>
              <a:gd name="connsiteY2" fmla="*/ 487680 h 1143000"/>
              <a:gd name="connsiteX3" fmla="*/ 198120 w 4221480"/>
              <a:gd name="connsiteY3" fmla="*/ 426720 h 1143000"/>
              <a:gd name="connsiteX4" fmla="*/ 259080 w 4221480"/>
              <a:gd name="connsiteY4" fmla="*/ 381000 h 1143000"/>
              <a:gd name="connsiteX5" fmla="*/ 289560 w 4221480"/>
              <a:gd name="connsiteY5" fmla="*/ 335280 h 1143000"/>
              <a:gd name="connsiteX6" fmla="*/ 365760 w 4221480"/>
              <a:gd name="connsiteY6" fmla="*/ 304800 h 1143000"/>
              <a:gd name="connsiteX7" fmla="*/ 426720 w 4221480"/>
              <a:gd name="connsiteY7" fmla="*/ 243840 h 1143000"/>
              <a:gd name="connsiteX8" fmla="*/ 502920 w 4221480"/>
              <a:gd name="connsiteY8" fmla="*/ 213360 h 1143000"/>
              <a:gd name="connsiteX9" fmla="*/ 563880 w 4221480"/>
              <a:gd name="connsiteY9" fmla="*/ 182880 h 1143000"/>
              <a:gd name="connsiteX10" fmla="*/ 701040 w 4221480"/>
              <a:gd name="connsiteY10" fmla="*/ 121920 h 1143000"/>
              <a:gd name="connsiteX11" fmla="*/ 746760 w 4221480"/>
              <a:gd name="connsiteY11" fmla="*/ 91440 h 1143000"/>
              <a:gd name="connsiteX12" fmla="*/ 853440 w 4221480"/>
              <a:gd name="connsiteY12" fmla="*/ 76200 h 1143000"/>
              <a:gd name="connsiteX13" fmla="*/ 1005840 w 4221480"/>
              <a:gd name="connsiteY13" fmla="*/ 30480 h 1143000"/>
              <a:gd name="connsiteX14" fmla="*/ 1203960 w 4221480"/>
              <a:gd name="connsiteY14" fmla="*/ 0 h 1143000"/>
              <a:gd name="connsiteX15" fmla="*/ 1569720 w 4221480"/>
              <a:gd name="connsiteY15" fmla="*/ 15240 h 1143000"/>
              <a:gd name="connsiteX16" fmla="*/ 1767840 w 4221480"/>
              <a:gd name="connsiteY16" fmla="*/ 60960 h 1143000"/>
              <a:gd name="connsiteX17" fmla="*/ 1935480 w 4221480"/>
              <a:gd name="connsiteY17" fmla="*/ 91440 h 1143000"/>
              <a:gd name="connsiteX18" fmla="*/ 2026920 w 4221480"/>
              <a:gd name="connsiteY18" fmla="*/ 137160 h 1143000"/>
              <a:gd name="connsiteX19" fmla="*/ 2118360 w 4221480"/>
              <a:gd name="connsiteY19" fmla="*/ 167640 h 1143000"/>
              <a:gd name="connsiteX20" fmla="*/ 2164080 w 4221480"/>
              <a:gd name="connsiteY20" fmla="*/ 198120 h 1143000"/>
              <a:gd name="connsiteX21" fmla="*/ 2286000 w 4221480"/>
              <a:gd name="connsiteY21" fmla="*/ 289560 h 1143000"/>
              <a:gd name="connsiteX22" fmla="*/ 2346960 w 4221480"/>
              <a:gd name="connsiteY22" fmla="*/ 335280 h 1143000"/>
              <a:gd name="connsiteX23" fmla="*/ 2423160 w 4221480"/>
              <a:gd name="connsiteY23" fmla="*/ 396240 h 1143000"/>
              <a:gd name="connsiteX24" fmla="*/ 2514600 w 4221480"/>
              <a:gd name="connsiteY24" fmla="*/ 457200 h 1143000"/>
              <a:gd name="connsiteX25" fmla="*/ 2575560 w 4221480"/>
              <a:gd name="connsiteY25" fmla="*/ 502920 h 1143000"/>
              <a:gd name="connsiteX26" fmla="*/ 2743200 w 4221480"/>
              <a:gd name="connsiteY26" fmla="*/ 594360 h 1143000"/>
              <a:gd name="connsiteX27" fmla="*/ 2834640 w 4221480"/>
              <a:gd name="connsiteY27" fmla="*/ 670560 h 1143000"/>
              <a:gd name="connsiteX28" fmla="*/ 2926080 w 4221480"/>
              <a:gd name="connsiteY28" fmla="*/ 701040 h 1143000"/>
              <a:gd name="connsiteX29" fmla="*/ 3017520 w 4221480"/>
              <a:gd name="connsiteY29" fmla="*/ 762000 h 1143000"/>
              <a:gd name="connsiteX30" fmla="*/ 3200400 w 4221480"/>
              <a:gd name="connsiteY30" fmla="*/ 822960 h 1143000"/>
              <a:gd name="connsiteX31" fmla="*/ 3352800 w 4221480"/>
              <a:gd name="connsiteY31" fmla="*/ 899160 h 1143000"/>
              <a:gd name="connsiteX32" fmla="*/ 3413760 w 4221480"/>
              <a:gd name="connsiteY32" fmla="*/ 944880 h 1143000"/>
              <a:gd name="connsiteX33" fmla="*/ 3505200 w 4221480"/>
              <a:gd name="connsiteY33" fmla="*/ 975360 h 1143000"/>
              <a:gd name="connsiteX34" fmla="*/ 3611880 w 4221480"/>
              <a:gd name="connsiteY34" fmla="*/ 1021080 h 1143000"/>
              <a:gd name="connsiteX35" fmla="*/ 3672840 w 4221480"/>
              <a:gd name="connsiteY35" fmla="*/ 1036320 h 1143000"/>
              <a:gd name="connsiteX36" fmla="*/ 3733800 w 4221480"/>
              <a:gd name="connsiteY36" fmla="*/ 1066800 h 1143000"/>
              <a:gd name="connsiteX37" fmla="*/ 3886200 w 4221480"/>
              <a:gd name="connsiteY37" fmla="*/ 1097280 h 1143000"/>
              <a:gd name="connsiteX38" fmla="*/ 3931920 w 4221480"/>
              <a:gd name="connsiteY38" fmla="*/ 1127760 h 1143000"/>
              <a:gd name="connsiteX39" fmla="*/ 4221480 w 4221480"/>
              <a:gd name="connsiteY39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221480" h="1143000">
                <a:moveTo>
                  <a:pt x="0" y="533400"/>
                </a:moveTo>
                <a:cubicBezTo>
                  <a:pt x="25400" y="523240"/>
                  <a:pt x="50585" y="512526"/>
                  <a:pt x="76200" y="502920"/>
                </a:cubicBezTo>
                <a:cubicBezTo>
                  <a:pt x="91242" y="497279"/>
                  <a:pt x="109376" y="497715"/>
                  <a:pt x="121920" y="487680"/>
                </a:cubicBezTo>
                <a:cubicBezTo>
                  <a:pt x="220397" y="408898"/>
                  <a:pt x="83202" y="465026"/>
                  <a:pt x="198120" y="426720"/>
                </a:cubicBezTo>
                <a:cubicBezTo>
                  <a:pt x="218440" y="411480"/>
                  <a:pt x="241119" y="398961"/>
                  <a:pt x="259080" y="381000"/>
                </a:cubicBezTo>
                <a:cubicBezTo>
                  <a:pt x="272032" y="368048"/>
                  <a:pt x="274655" y="345926"/>
                  <a:pt x="289560" y="335280"/>
                </a:cubicBezTo>
                <a:cubicBezTo>
                  <a:pt x="311821" y="319379"/>
                  <a:pt x="340360" y="314960"/>
                  <a:pt x="365760" y="304800"/>
                </a:cubicBezTo>
                <a:cubicBezTo>
                  <a:pt x="386080" y="284480"/>
                  <a:pt x="402810" y="259780"/>
                  <a:pt x="426720" y="243840"/>
                </a:cubicBezTo>
                <a:cubicBezTo>
                  <a:pt x="449482" y="228665"/>
                  <a:pt x="477921" y="224471"/>
                  <a:pt x="502920" y="213360"/>
                </a:cubicBezTo>
                <a:cubicBezTo>
                  <a:pt x="523680" y="204133"/>
                  <a:pt x="543253" y="192400"/>
                  <a:pt x="563880" y="182880"/>
                </a:cubicBezTo>
                <a:cubicBezTo>
                  <a:pt x="609307" y="161914"/>
                  <a:pt x="656290" y="144295"/>
                  <a:pt x="701040" y="121920"/>
                </a:cubicBezTo>
                <a:cubicBezTo>
                  <a:pt x="717423" y="113729"/>
                  <a:pt x="729216" y="96703"/>
                  <a:pt x="746760" y="91440"/>
                </a:cubicBezTo>
                <a:cubicBezTo>
                  <a:pt x="781166" y="81118"/>
                  <a:pt x="818098" y="82626"/>
                  <a:pt x="853440" y="76200"/>
                </a:cubicBezTo>
                <a:cubicBezTo>
                  <a:pt x="942131" y="60074"/>
                  <a:pt x="899803" y="56989"/>
                  <a:pt x="1005840" y="30480"/>
                </a:cubicBezTo>
                <a:cubicBezTo>
                  <a:pt x="1034034" y="23432"/>
                  <a:pt x="1181401" y="3223"/>
                  <a:pt x="1203960" y="0"/>
                </a:cubicBezTo>
                <a:cubicBezTo>
                  <a:pt x="1325880" y="5080"/>
                  <a:pt x="1447964" y="7123"/>
                  <a:pt x="1569720" y="15240"/>
                </a:cubicBezTo>
                <a:cubicBezTo>
                  <a:pt x="1666126" y="21667"/>
                  <a:pt x="1669165" y="39815"/>
                  <a:pt x="1767840" y="60960"/>
                </a:cubicBezTo>
                <a:cubicBezTo>
                  <a:pt x="1811548" y="70326"/>
                  <a:pt x="1888480" y="72640"/>
                  <a:pt x="1935480" y="91440"/>
                </a:cubicBezTo>
                <a:cubicBezTo>
                  <a:pt x="1967120" y="104096"/>
                  <a:pt x="1995464" y="124053"/>
                  <a:pt x="2026920" y="137160"/>
                </a:cubicBezTo>
                <a:cubicBezTo>
                  <a:pt x="2056577" y="149517"/>
                  <a:pt x="2089000" y="154591"/>
                  <a:pt x="2118360" y="167640"/>
                </a:cubicBezTo>
                <a:cubicBezTo>
                  <a:pt x="2135098" y="175079"/>
                  <a:pt x="2149267" y="187347"/>
                  <a:pt x="2164080" y="198120"/>
                </a:cubicBezTo>
                <a:cubicBezTo>
                  <a:pt x="2205164" y="227999"/>
                  <a:pt x="2245360" y="259080"/>
                  <a:pt x="2286000" y="289560"/>
                </a:cubicBezTo>
                <a:cubicBezTo>
                  <a:pt x="2306320" y="304800"/>
                  <a:pt x="2326910" y="319686"/>
                  <a:pt x="2346960" y="335280"/>
                </a:cubicBezTo>
                <a:cubicBezTo>
                  <a:pt x="2372636" y="355250"/>
                  <a:pt x="2396095" y="378197"/>
                  <a:pt x="2423160" y="396240"/>
                </a:cubicBezTo>
                <a:cubicBezTo>
                  <a:pt x="2453640" y="416560"/>
                  <a:pt x="2484590" y="436193"/>
                  <a:pt x="2514600" y="457200"/>
                </a:cubicBezTo>
                <a:cubicBezTo>
                  <a:pt x="2535408" y="471766"/>
                  <a:pt x="2553356" y="490585"/>
                  <a:pt x="2575560" y="502920"/>
                </a:cubicBezTo>
                <a:cubicBezTo>
                  <a:pt x="2737392" y="592826"/>
                  <a:pt x="2559876" y="456867"/>
                  <a:pt x="2743200" y="594360"/>
                </a:cubicBezTo>
                <a:cubicBezTo>
                  <a:pt x="2774941" y="618166"/>
                  <a:pt x="2800369" y="650568"/>
                  <a:pt x="2834640" y="670560"/>
                </a:cubicBezTo>
                <a:cubicBezTo>
                  <a:pt x="2862392" y="686749"/>
                  <a:pt x="2897343" y="686672"/>
                  <a:pt x="2926080" y="701040"/>
                </a:cubicBezTo>
                <a:cubicBezTo>
                  <a:pt x="2958845" y="717423"/>
                  <a:pt x="2984045" y="747122"/>
                  <a:pt x="3017520" y="762000"/>
                </a:cubicBezTo>
                <a:cubicBezTo>
                  <a:pt x="3076239" y="788097"/>
                  <a:pt x="3142926" y="794223"/>
                  <a:pt x="3200400" y="822960"/>
                </a:cubicBezTo>
                <a:cubicBezTo>
                  <a:pt x="3251200" y="848360"/>
                  <a:pt x="3307363" y="865082"/>
                  <a:pt x="3352800" y="899160"/>
                </a:cubicBezTo>
                <a:cubicBezTo>
                  <a:pt x="3373120" y="914400"/>
                  <a:pt x="3391042" y="933521"/>
                  <a:pt x="3413760" y="944880"/>
                </a:cubicBezTo>
                <a:cubicBezTo>
                  <a:pt x="3442497" y="959248"/>
                  <a:pt x="3475213" y="963826"/>
                  <a:pt x="3505200" y="975360"/>
                </a:cubicBezTo>
                <a:cubicBezTo>
                  <a:pt x="3541309" y="989248"/>
                  <a:pt x="3575521" y="1007859"/>
                  <a:pt x="3611880" y="1021080"/>
                </a:cubicBezTo>
                <a:cubicBezTo>
                  <a:pt x="3631564" y="1028238"/>
                  <a:pt x="3653228" y="1028966"/>
                  <a:pt x="3672840" y="1036320"/>
                </a:cubicBezTo>
                <a:cubicBezTo>
                  <a:pt x="3694112" y="1044297"/>
                  <a:pt x="3711956" y="1060559"/>
                  <a:pt x="3733800" y="1066800"/>
                </a:cubicBezTo>
                <a:cubicBezTo>
                  <a:pt x="3783613" y="1081032"/>
                  <a:pt x="3886200" y="1097280"/>
                  <a:pt x="3886200" y="1097280"/>
                </a:cubicBezTo>
                <a:cubicBezTo>
                  <a:pt x="3901440" y="1107440"/>
                  <a:pt x="3913772" y="1125285"/>
                  <a:pt x="3931920" y="1127760"/>
                </a:cubicBezTo>
                <a:cubicBezTo>
                  <a:pt x="4027687" y="1140819"/>
                  <a:pt x="4221480" y="1143000"/>
                  <a:pt x="4221480" y="1143000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E16BF2E-13D9-4F6F-B76A-1D6022FD8AFE}"/>
              </a:ext>
            </a:extLst>
          </p:cNvPr>
          <p:cNvSpPr txBox="1"/>
          <p:nvPr/>
        </p:nvSpPr>
        <p:spPr>
          <a:xfrm>
            <a:off x="1413398" y="595478"/>
            <a:ext cx="6119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CALCULO DE MATRIZ DE RIGIDEZ PARA UN ELEMENTO VIGA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BBA82A0-D8A0-43BD-8D52-7303A5DB3105}"/>
              </a:ext>
            </a:extLst>
          </p:cNvPr>
          <p:cNvCxnSpPr>
            <a:cxnSpLocks/>
          </p:cNvCxnSpPr>
          <p:nvPr/>
        </p:nvCxnSpPr>
        <p:spPr>
          <a:xfrm>
            <a:off x="2326784" y="2876479"/>
            <a:ext cx="0" cy="107887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7693D9-263B-4855-89C8-A40744A1D6D7}"/>
              </a:ext>
            </a:extLst>
          </p:cNvPr>
          <p:cNvCxnSpPr>
            <a:cxnSpLocks/>
          </p:cNvCxnSpPr>
          <p:nvPr/>
        </p:nvCxnSpPr>
        <p:spPr>
          <a:xfrm>
            <a:off x="6807128" y="2996952"/>
            <a:ext cx="0" cy="106584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4BE3D8C-554C-4692-9205-B353113F7819}"/>
              </a:ext>
            </a:extLst>
          </p:cNvPr>
          <p:cNvCxnSpPr/>
          <p:nvPr/>
        </p:nvCxnSpPr>
        <p:spPr>
          <a:xfrm flipV="1">
            <a:off x="2326784" y="4062798"/>
            <a:ext cx="15848" cy="1093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8140865-6F1F-4B54-99FD-0C7B6E51F396}"/>
              </a:ext>
            </a:extLst>
          </p:cNvPr>
          <p:cNvCxnSpPr>
            <a:cxnSpLocks/>
          </p:cNvCxnSpPr>
          <p:nvPr/>
        </p:nvCxnSpPr>
        <p:spPr>
          <a:xfrm flipV="1">
            <a:off x="6785522" y="4151398"/>
            <a:ext cx="15848" cy="1093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C6B09F-C313-43DC-89BA-7A120169FB33}"/>
              </a:ext>
            </a:extLst>
          </p:cNvPr>
          <p:cNvSpPr txBox="1"/>
          <p:nvPr/>
        </p:nvSpPr>
        <p:spPr>
          <a:xfrm>
            <a:off x="1382020" y="4147222"/>
            <a:ext cx="1006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s-EC" sz="36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7F8800D8-CB17-4F91-9593-094946B14A5F}"/>
              </a:ext>
            </a:extLst>
          </p:cNvPr>
          <p:cNvSpPr/>
          <p:nvPr/>
        </p:nvSpPr>
        <p:spPr>
          <a:xfrm>
            <a:off x="1920888" y="3244101"/>
            <a:ext cx="609312" cy="523219"/>
          </a:xfrm>
          <a:custGeom>
            <a:avLst/>
            <a:gdLst>
              <a:gd name="connsiteX0" fmla="*/ 1554480 w 1554480"/>
              <a:gd name="connsiteY0" fmla="*/ 243840 h 1663608"/>
              <a:gd name="connsiteX1" fmla="*/ 1539240 w 1554480"/>
              <a:gd name="connsiteY1" fmla="*/ 167640 h 1663608"/>
              <a:gd name="connsiteX2" fmla="*/ 1417320 w 1554480"/>
              <a:gd name="connsiteY2" fmla="*/ 76200 h 1663608"/>
              <a:gd name="connsiteX3" fmla="*/ 1371600 w 1554480"/>
              <a:gd name="connsiteY3" fmla="*/ 45720 h 1663608"/>
              <a:gd name="connsiteX4" fmla="*/ 1310640 w 1554480"/>
              <a:gd name="connsiteY4" fmla="*/ 30480 h 1663608"/>
              <a:gd name="connsiteX5" fmla="*/ 1219200 w 1554480"/>
              <a:gd name="connsiteY5" fmla="*/ 0 h 1663608"/>
              <a:gd name="connsiteX6" fmla="*/ 792480 w 1554480"/>
              <a:gd name="connsiteY6" fmla="*/ 30480 h 1663608"/>
              <a:gd name="connsiteX7" fmla="*/ 502920 w 1554480"/>
              <a:gd name="connsiteY7" fmla="*/ 182880 h 1663608"/>
              <a:gd name="connsiteX8" fmla="*/ 381000 w 1554480"/>
              <a:gd name="connsiteY8" fmla="*/ 289560 h 1663608"/>
              <a:gd name="connsiteX9" fmla="*/ 289560 w 1554480"/>
              <a:gd name="connsiteY9" fmla="*/ 381000 h 1663608"/>
              <a:gd name="connsiteX10" fmla="*/ 91440 w 1554480"/>
              <a:gd name="connsiteY10" fmla="*/ 685800 h 1663608"/>
              <a:gd name="connsiteX11" fmla="*/ 0 w 1554480"/>
              <a:gd name="connsiteY11" fmla="*/ 929640 h 1663608"/>
              <a:gd name="connsiteX12" fmla="*/ 15240 w 1554480"/>
              <a:gd name="connsiteY12" fmla="*/ 1234440 h 1663608"/>
              <a:gd name="connsiteX13" fmla="*/ 30480 w 1554480"/>
              <a:gd name="connsiteY13" fmla="*/ 1295400 h 1663608"/>
              <a:gd name="connsiteX14" fmla="*/ 60960 w 1554480"/>
              <a:gd name="connsiteY14" fmla="*/ 1341120 h 1663608"/>
              <a:gd name="connsiteX15" fmla="*/ 76200 w 1554480"/>
              <a:gd name="connsiteY15" fmla="*/ 1386840 h 1663608"/>
              <a:gd name="connsiteX16" fmla="*/ 182880 w 1554480"/>
              <a:gd name="connsiteY16" fmla="*/ 1463040 h 1663608"/>
              <a:gd name="connsiteX17" fmla="*/ 228600 w 1554480"/>
              <a:gd name="connsiteY17" fmla="*/ 1508760 h 1663608"/>
              <a:gd name="connsiteX18" fmla="*/ 274320 w 1554480"/>
              <a:gd name="connsiteY18" fmla="*/ 1524000 h 1663608"/>
              <a:gd name="connsiteX19" fmla="*/ 304800 w 1554480"/>
              <a:gd name="connsiteY19" fmla="*/ 1569720 h 1663608"/>
              <a:gd name="connsiteX20" fmla="*/ 396240 w 1554480"/>
              <a:gd name="connsiteY20" fmla="*/ 1615440 h 1663608"/>
              <a:gd name="connsiteX21" fmla="*/ 411480 w 1554480"/>
              <a:gd name="connsiteY21" fmla="*/ 1569720 h 1663608"/>
              <a:gd name="connsiteX22" fmla="*/ 396240 w 1554480"/>
              <a:gd name="connsiteY22" fmla="*/ 1524000 h 1663608"/>
              <a:gd name="connsiteX23" fmla="*/ 381000 w 1554480"/>
              <a:gd name="connsiteY23" fmla="*/ 1447800 h 1663608"/>
              <a:gd name="connsiteX24" fmla="*/ 335280 w 1554480"/>
              <a:gd name="connsiteY24" fmla="*/ 1661160 h 1663608"/>
              <a:gd name="connsiteX25" fmla="*/ 259080 w 1554480"/>
              <a:gd name="connsiteY25" fmla="*/ 1661160 h 166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54480" h="1663608">
                <a:moveTo>
                  <a:pt x="1554480" y="243840"/>
                </a:moveTo>
                <a:cubicBezTo>
                  <a:pt x="1549400" y="218440"/>
                  <a:pt x="1550824" y="190808"/>
                  <a:pt x="1539240" y="167640"/>
                </a:cubicBezTo>
                <a:cubicBezTo>
                  <a:pt x="1519806" y="128772"/>
                  <a:pt x="1447088" y="94805"/>
                  <a:pt x="1417320" y="76200"/>
                </a:cubicBezTo>
                <a:cubicBezTo>
                  <a:pt x="1401788" y="66492"/>
                  <a:pt x="1388435" y="52935"/>
                  <a:pt x="1371600" y="45720"/>
                </a:cubicBezTo>
                <a:cubicBezTo>
                  <a:pt x="1352348" y="37469"/>
                  <a:pt x="1330702" y="36499"/>
                  <a:pt x="1310640" y="30480"/>
                </a:cubicBezTo>
                <a:cubicBezTo>
                  <a:pt x="1279866" y="21248"/>
                  <a:pt x="1249680" y="10160"/>
                  <a:pt x="1219200" y="0"/>
                </a:cubicBezTo>
                <a:cubicBezTo>
                  <a:pt x="1076960" y="10160"/>
                  <a:pt x="932948" y="5898"/>
                  <a:pt x="792480" y="30480"/>
                </a:cubicBezTo>
                <a:cubicBezTo>
                  <a:pt x="688820" y="48620"/>
                  <a:pt x="584225" y="117836"/>
                  <a:pt x="502920" y="182880"/>
                </a:cubicBezTo>
                <a:cubicBezTo>
                  <a:pt x="460752" y="216614"/>
                  <a:pt x="420572" y="252815"/>
                  <a:pt x="381000" y="289560"/>
                </a:cubicBezTo>
                <a:cubicBezTo>
                  <a:pt x="349413" y="318891"/>
                  <a:pt x="318556" y="349105"/>
                  <a:pt x="289560" y="381000"/>
                </a:cubicBezTo>
                <a:cubicBezTo>
                  <a:pt x="220196" y="457301"/>
                  <a:pt x="116639" y="618603"/>
                  <a:pt x="91440" y="685800"/>
                </a:cubicBezTo>
                <a:lnTo>
                  <a:pt x="0" y="929640"/>
                </a:lnTo>
                <a:cubicBezTo>
                  <a:pt x="5080" y="1031240"/>
                  <a:pt x="6792" y="1133064"/>
                  <a:pt x="15240" y="1234440"/>
                </a:cubicBezTo>
                <a:cubicBezTo>
                  <a:pt x="16979" y="1255313"/>
                  <a:pt x="22229" y="1276148"/>
                  <a:pt x="30480" y="1295400"/>
                </a:cubicBezTo>
                <a:cubicBezTo>
                  <a:pt x="37695" y="1312235"/>
                  <a:pt x="52769" y="1324737"/>
                  <a:pt x="60960" y="1341120"/>
                </a:cubicBezTo>
                <a:cubicBezTo>
                  <a:pt x="68144" y="1355488"/>
                  <a:pt x="66863" y="1373768"/>
                  <a:pt x="76200" y="1386840"/>
                </a:cubicBezTo>
                <a:cubicBezTo>
                  <a:pt x="121400" y="1450119"/>
                  <a:pt x="125058" y="1443766"/>
                  <a:pt x="182880" y="1463040"/>
                </a:cubicBezTo>
                <a:cubicBezTo>
                  <a:pt x="198120" y="1478280"/>
                  <a:pt x="210667" y="1496805"/>
                  <a:pt x="228600" y="1508760"/>
                </a:cubicBezTo>
                <a:cubicBezTo>
                  <a:pt x="241966" y="1517671"/>
                  <a:pt x="261776" y="1513965"/>
                  <a:pt x="274320" y="1524000"/>
                </a:cubicBezTo>
                <a:cubicBezTo>
                  <a:pt x="288623" y="1535442"/>
                  <a:pt x="290147" y="1558730"/>
                  <a:pt x="304800" y="1569720"/>
                </a:cubicBezTo>
                <a:cubicBezTo>
                  <a:pt x="332062" y="1590167"/>
                  <a:pt x="365760" y="1600200"/>
                  <a:pt x="396240" y="1615440"/>
                </a:cubicBezTo>
                <a:cubicBezTo>
                  <a:pt x="401320" y="1600200"/>
                  <a:pt x="411480" y="1585784"/>
                  <a:pt x="411480" y="1569720"/>
                </a:cubicBezTo>
                <a:cubicBezTo>
                  <a:pt x="411480" y="1553656"/>
                  <a:pt x="400136" y="1539585"/>
                  <a:pt x="396240" y="1524000"/>
                </a:cubicBezTo>
                <a:cubicBezTo>
                  <a:pt x="389958" y="1498870"/>
                  <a:pt x="386080" y="1473200"/>
                  <a:pt x="381000" y="1447800"/>
                </a:cubicBezTo>
                <a:cubicBezTo>
                  <a:pt x="391048" y="1568376"/>
                  <a:pt x="453582" y="1634871"/>
                  <a:pt x="335280" y="1661160"/>
                </a:cubicBezTo>
                <a:cubicBezTo>
                  <a:pt x="310485" y="1666670"/>
                  <a:pt x="284480" y="1661160"/>
                  <a:pt x="259080" y="1661160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D663C4-632E-427D-8C74-AEE613A08432}"/>
              </a:ext>
            </a:extLst>
          </p:cNvPr>
          <p:cNvSpPr txBox="1"/>
          <p:nvPr/>
        </p:nvSpPr>
        <p:spPr>
          <a:xfrm>
            <a:off x="963529" y="2913786"/>
            <a:ext cx="1006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s-EC" sz="36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5E9AFC6-6A3C-4C92-978F-C416D73EE37F}"/>
              </a:ext>
            </a:extLst>
          </p:cNvPr>
          <p:cNvSpPr txBox="1"/>
          <p:nvPr/>
        </p:nvSpPr>
        <p:spPr>
          <a:xfrm>
            <a:off x="6831102" y="4286538"/>
            <a:ext cx="1006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s-EC" sz="36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B202314-4D62-4508-AB80-CF5472F255C1}"/>
              </a:ext>
            </a:extLst>
          </p:cNvPr>
          <p:cNvSpPr txBox="1"/>
          <p:nvPr/>
        </p:nvSpPr>
        <p:spPr>
          <a:xfrm>
            <a:off x="6937099" y="2977871"/>
            <a:ext cx="1006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s-EC" sz="36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F20698FE-EC98-4CC9-8EB1-C0F05DD6436B}"/>
              </a:ext>
            </a:extLst>
          </p:cNvPr>
          <p:cNvSpPr/>
          <p:nvPr/>
        </p:nvSpPr>
        <p:spPr>
          <a:xfrm rot="5781254">
            <a:off x="6541951" y="3243027"/>
            <a:ext cx="554005" cy="554615"/>
          </a:xfrm>
          <a:custGeom>
            <a:avLst/>
            <a:gdLst>
              <a:gd name="connsiteX0" fmla="*/ 1554480 w 1554480"/>
              <a:gd name="connsiteY0" fmla="*/ 243840 h 1663608"/>
              <a:gd name="connsiteX1" fmla="*/ 1539240 w 1554480"/>
              <a:gd name="connsiteY1" fmla="*/ 167640 h 1663608"/>
              <a:gd name="connsiteX2" fmla="*/ 1417320 w 1554480"/>
              <a:gd name="connsiteY2" fmla="*/ 76200 h 1663608"/>
              <a:gd name="connsiteX3" fmla="*/ 1371600 w 1554480"/>
              <a:gd name="connsiteY3" fmla="*/ 45720 h 1663608"/>
              <a:gd name="connsiteX4" fmla="*/ 1310640 w 1554480"/>
              <a:gd name="connsiteY4" fmla="*/ 30480 h 1663608"/>
              <a:gd name="connsiteX5" fmla="*/ 1219200 w 1554480"/>
              <a:gd name="connsiteY5" fmla="*/ 0 h 1663608"/>
              <a:gd name="connsiteX6" fmla="*/ 792480 w 1554480"/>
              <a:gd name="connsiteY6" fmla="*/ 30480 h 1663608"/>
              <a:gd name="connsiteX7" fmla="*/ 502920 w 1554480"/>
              <a:gd name="connsiteY7" fmla="*/ 182880 h 1663608"/>
              <a:gd name="connsiteX8" fmla="*/ 381000 w 1554480"/>
              <a:gd name="connsiteY8" fmla="*/ 289560 h 1663608"/>
              <a:gd name="connsiteX9" fmla="*/ 289560 w 1554480"/>
              <a:gd name="connsiteY9" fmla="*/ 381000 h 1663608"/>
              <a:gd name="connsiteX10" fmla="*/ 91440 w 1554480"/>
              <a:gd name="connsiteY10" fmla="*/ 685800 h 1663608"/>
              <a:gd name="connsiteX11" fmla="*/ 0 w 1554480"/>
              <a:gd name="connsiteY11" fmla="*/ 929640 h 1663608"/>
              <a:gd name="connsiteX12" fmla="*/ 15240 w 1554480"/>
              <a:gd name="connsiteY12" fmla="*/ 1234440 h 1663608"/>
              <a:gd name="connsiteX13" fmla="*/ 30480 w 1554480"/>
              <a:gd name="connsiteY13" fmla="*/ 1295400 h 1663608"/>
              <a:gd name="connsiteX14" fmla="*/ 60960 w 1554480"/>
              <a:gd name="connsiteY14" fmla="*/ 1341120 h 1663608"/>
              <a:gd name="connsiteX15" fmla="*/ 76200 w 1554480"/>
              <a:gd name="connsiteY15" fmla="*/ 1386840 h 1663608"/>
              <a:gd name="connsiteX16" fmla="*/ 182880 w 1554480"/>
              <a:gd name="connsiteY16" fmla="*/ 1463040 h 1663608"/>
              <a:gd name="connsiteX17" fmla="*/ 228600 w 1554480"/>
              <a:gd name="connsiteY17" fmla="*/ 1508760 h 1663608"/>
              <a:gd name="connsiteX18" fmla="*/ 274320 w 1554480"/>
              <a:gd name="connsiteY18" fmla="*/ 1524000 h 1663608"/>
              <a:gd name="connsiteX19" fmla="*/ 304800 w 1554480"/>
              <a:gd name="connsiteY19" fmla="*/ 1569720 h 1663608"/>
              <a:gd name="connsiteX20" fmla="*/ 396240 w 1554480"/>
              <a:gd name="connsiteY20" fmla="*/ 1615440 h 1663608"/>
              <a:gd name="connsiteX21" fmla="*/ 411480 w 1554480"/>
              <a:gd name="connsiteY21" fmla="*/ 1569720 h 1663608"/>
              <a:gd name="connsiteX22" fmla="*/ 396240 w 1554480"/>
              <a:gd name="connsiteY22" fmla="*/ 1524000 h 1663608"/>
              <a:gd name="connsiteX23" fmla="*/ 381000 w 1554480"/>
              <a:gd name="connsiteY23" fmla="*/ 1447800 h 1663608"/>
              <a:gd name="connsiteX24" fmla="*/ 335280 w 1554480"/>
              <a:gd name="connsiteY24" fmla="*/ 1661160 h 1663608"/>
              <a:gd name="connsiteX25" fmla="*/ 259080 w 1554480"/>
              <a:gd name="connsiteY25" fmla="*/ 1661160 h 166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54480" h="1663608">
                <a:moveTo>
                  <a:pt x="1554480" y="243840"/>
                </a:moveTo>
                <a:cubicBezTo>
                  <a:pt x="1549400" y="218440"/>
                  <a:pt x="1550824" y="190808"/>
                  <a:pt x="1539240" y="167640"/>
                </a:cubicBezTo>
                <a:cubicBezTo>
                  <a:pt x="1519806" y="128772"/>
                  <a:pt x="1447088" y="94805"/>
                  <a:pt x="1417320" y="76200"/>
                </a:cubicBezTo>
                <a:cubicBezTo>
                  <a:pt x="1401788" y="66492"/>
                  <a:pt x="1388435" y="52935"/>
                  <a:pt x="1371600" y="45720"/>
                </a:cubicBezTo>
                <a:cubicBezTo>
                  <a:pt x="1352348" y="37469"/>
                  <a:pt x="1330702" y="36499"/>
                  <a:pt x="1310640" y="30480"/>
                </a:cubicBezTo>
                <a:cubicBezTo>
                  <a:pt x="1279866" y="21248"/>
                  <a:pt x="1249680" y="10160"/>
                  <a:pt x="1219200" y="0"/>
                </a:cubicBezTo>
                <a:cubicBezTo>
                  <a:pt x="1076960" y="10160"/>
                  <a:pt x="932948" y="5898"/>
                  <a:pt x="792480" y="30480"/>
                </a:cubicBezTo>
                <a:cubicBezTo>
                  <a:pt x="688820" y="48620"/>
                  <a:pt x="584225" y="117836"/>
                  <a:pt x="502920" y="182880"/>
                </a:cubicBezTo>
                <a:cubicBezTo>
                  <a:pt x="460752" y="216614"/>
                  <a:pt x="420572" y="252815"/>
                  <a:pt x="381000" y="289560"/>
                </a:cubicBezTo>
                <a:cubicBezTo>
                  <a:pt x="349413" y="318891"/>
                  <a:pt x="318556" y="349105"/>
                  <a:pt x="289560" y="381000"/>
                </a:cubicBezTo>
                <a:cubicBezTo>
                  <a:pt x="220196" y="457301"/>
                  <a:pt x="116639" y="618603"/>
                  <a:pt x="91440" y="685800"/>
                </a:cubicBezTo>
                <a:lnTo>
                  <a:pt x="0" y="929640"/>
                </a:lnTo>
                <a:cubicBezTo>
                  <a:pt x="5080" y="1031240"/>
                  <a:pt x="6792" y="1133064"/>
                  <a:pt x="15240" y="1234440"/>
                </a:cubicBezTo>
                <a:cubicBezTo>
                  <a:pt x="16979" y="1255313"/>
                  <a:pt x="22229" y="1276148"/>
                  <a:pt x="30480" y="1295400"/>
                </a:cubicBezTo>
                <a:cubicBezTo>
                  <a:pt x="37695" y="1312235"/>
                  <a:pt x="52769" y="1324737"/>
                  <a:pt x="60960" y="1341120"/>
                </a:cubicBezTo>
                <a:cubicBezTo>
                  <a:pt x="68144" y="1355488"/>
                  <a:pt x="66863" y="1373768"/>
                  <a:pt x="76200" y="1386840"/>
                </a:cubicBezTo>
                <a:cubicBezTo>
                  <a:pt x="121400" y="1450119"/>
                  <a:pt x="125058" y="1443766"/>
                  <a:pt x="182880" y="1463040"/>
                </a:cubicBezTo>
                <a:cubicBezTo>
                  <a:pt x="198120" y="1478280"/>
                  <a:pt x="210667" y="1496805"/>
                  <a:pt x="228600" y="1508760"/>
                </a:cubicBezTo>
                <a:cubicBezTo>
                  <a:pt x="241966" y="1517671"/>
                  <a:pt x="261776" y="1513965"/>
                  <a:pt x="274320" y="1524000"/>
                </a:cubicBezTo>
                <a:cubicBezTo>
                  <a:pt x="288623" y="1535442"/>
                  <a:pt x="290147" y="1558730"/>
                  <a:pt x="304800" y="1569720"/>
                </a:cubicBezTo>
                <a:cubicBezTo>
                  <a:pt x="332062" y="1590167"/>
                  <a:pt x="365760" y="1600200"/>
                  <a:pt x="396240" y="1615440"/>
                </a:cubicBezTo>
                <a:cubicBezTo>
                  <a:pt x="401320" y="1600200"/>
                  <a:pt x="411480" y="1585784"/>
                  <a:pt x="411480" y="1569720"/>
                </a:cubicBezTo>
                <a:cubicBezTo>
                  <a:pt x="411480" y="1553656"/>
                  <a:pt x="400136" y="1539585"/>
                  <a:pt x="396240" y="1524000"/>
                </a:cubicBezTo>
                <a:cubicBezTo>
                  <a:pt x="389958" y="1498870"/>
                  <a:pt x="386080" y="1473200"/>
                  <a:pt x="381000" y="1447800"/>
                </a:cubicBezTo>
                <a:cubicBezTo>
                  <a:pt x="391048" y="1568376"/>
                  <a:pt x="453582" y="1634871"/>
                  <a:pt x="335280" y="1661160"/>
                </a:cubicBezTo>
                <a:cubicBezTo>
                  <a:pt x="310485" y="1666670"/>
                  <a:pt x="284480" y="1661160"/>
                  <a:pt x="259080" y="1661160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BF40DD86-3F99-4634-8F68-359918FD2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50721"/>
            <a:ext cx="2110919" cy="140727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EEC65B9-AA57-4C9E-9D0D-E690D7C19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963" y="5637699"/>
            <a:ext cx="3456470" cy="115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20E7E5-103E-45A6-9C94-879F44B907FB}"/>
              </a:ext>
            </a:extLst>
          </p:cNvPr>
          <p:cNvSpPr txBox="1"/>
          <p:nvPr/>
        </p:nvSpPr>
        <p:spPr>
          <a:xfrm>
            <a:off x="4003561" y="1268760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D9CB5D-9944-4DBE-ABFD-DEE79CCA0F8E}"/>
              </a:ext>
            </a:extLst>
          </p:cNvPr>
          <p:cNvSpPr txBox="1"/>
          <p:nvPr/>
        </p:nvSpPr>
        <p:spPr>
          <a:xfrm>
            <a:off x="3956594" y="1923623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991EE9-AC97-4C0B-ADC1-0695B12C7537}"/>
              </a:ext>
            </a:extLst>
          </p:cNvPr>
          <p:cNvSpPr txBox="1"/>
          <p:nvPr/>
        </p:nvSpPr>
        <p:spPr>
          <a:xfrm>
            <a:off x="3937787" y="3624385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71B1D3-2C65-4FBE-B98C-78744FD2C305}"/>
              </a:ext>
            </a:extLst>
          </p:cNvPr>
          <p:cNvSpPr txBox="1"/>
          <p:nvPr/>
        </p:nvSpPr>
        <p:spPr>
          <a:xfrm>
            <a:off x="3984754" y="2709823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85D5C3-DB05-4329-9A6E-70E49CCC214A}"/>
              </a:ext>
            </a:extLst>
          </p:cNvPr>
          <p:cNvSpPr txBox="1"/>
          <p:nvPr/>
        </p:nvSpPr>
        <p:spPr>
          <a:xfrm>
            <a:off x="4829698" y="1288351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E01B88-789C-42BE-AEA7-7305B6648596}"/>
              </a:ext>
            </a:extLst>
          </p:cNvPr>
          <p:cNvSpPr txBox="1"/>
          <p:nvPr/>
        </p:nvSpPr>
        <p:spPr>
          <a:xfrm>
            <a:off x="5655835" y="1328040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6B0C442-98CF-44AB-806F-69FF226719BE}"/>
              </a:ext>
            </a:extLst>
          </p:cNvPr>
          <p:cNvSpPr txBox="1"/>
          <p:nvPr/>
        </p:nvSpPr>
        <p:spPr>
          <a:xfrm>
            <a:off x="6395851" y="1337398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CC28E3B-C1C9-46B4-A317-753C21EDF073}"/>
              </a:ext>
            </a:extLst>
          </p:cNvPr>
          <p:cNvSpPr txBox="1"/>
          <p:nvPr/>
        </p:nvSpPr>
        <p:spPr>
          <a:xfrm>
            <a:off x="4829698" y="1943214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280AE7-068B-47BA-8F66-DC16774AF2B7}"/>
              </a:ext>
            </a:extLst>
          </p:cNvPr>
          <p:cNvSpPr txBox="1"/>
          <p:nvPr/>
        </p:nvSpPr>
        <p:spPr>
          <a:xfrm>
            <a:off x="5655835" y="1982903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FA8F2F-8CE6-4550-BA17-AA6D36684F31}"/>
              </a:ext>
            </a:extLst>
          </p:cNvPr>
          <p:cNvSpPr txBox="1"/>
          <p:nvPr/>
        </p:nvSpPr>
        <p:spPr>
          <a:xfrm>
            <a:off x="6395851" y="1992261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1BC739-9228-415D-A426-469FFCFC4890}"/>
              </a:ext>
            </a:extLst>
          </p:cNvPr>
          <p:cNvSpPr txBox="1"/>
          <p:nvPr/>
        </p:nvSpPr>
        <p:spPr>
          <a:xfrm>
            <a:off x="4810891" y="2723201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5943BAE-8DB5-4A3D-AA0E-58D687CC81C7}"/>
              </a:ext>
            </a:extLst>
          </p:cNvPr>
          <p:cNvSpPr txBox="1"/>
          <p:nvPr/>
        </p:nvSpPr>
        <p:spPr>
          <a:xfrm>
            <a:off x="5637028" y="2762890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AAD3280-930C-4C40-B5BA-E52845B483D9}"/>
              </a:ext>
            </a:extLst>
          </p:cNvPr>
          <p:cNvSpPr txBox="1"/>
          <p:nvPr/>
        </p:nvSpPr>
        <p:spPr>
          <a:xfrm>
            <a:off x="6377044" y="2772248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F21647B-2FD8-4532-BB8A-AAC09AA2729E}"/>
              </a:ext>
            </a:extLst>
          </p:cNvPr>
          <p:cNvSpPr txBox="1"/>
          <p:nvPr/>
        </p:nvSpPr>
        <p:spPr>
          <a:xfrm>
            <a:off x="4810891" y="3628995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F63AFA1-F7F4-44A2-B944-DBE029B6BC15}"/>
              </a:ext>
            </a:extLst>
          </p:cNvPr>
          <p:cNvSpPr txBox="1"/>
          <p:nvPr/>
        </p:nvSpPr>
        <p:spPr>
          <a:xfrm>
            <a:off x="5637028" y="3668684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BD6003A-08A2-45BE-9E23-988486FE826B}"/>
              </a:ext>
            </a:extLst>
          </p:cNvPr>
          <p:cNvSpPr txBox="1"/>
          <p:nvPr/>
        </p:nvSpPr>
        <p:spPr>
          <a:xfrm>
            <a:off x="6377044" y="3678042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brir corchete 1">
            <a:extLst>
              <a:ext uri="{FF2B5EF4-FFF2-40B4-BE49-F238E27FC236}">
                <a16:creationId xmlns:a16="http://schemas.microsoft.com/office/drawing/2014/main" id="{56AA474A-1E51-4D13-B276-6CDEAAB461B7}"/>
              </a:ext>
            </a:extLst>
          </p:cNvPr>
          <p:cNvSpPr/>
          <p:nvPr/>
        </p:nvSpPr>
        <p:spPr>
          <a:xfrm>
            <a:off x="3846731" y="1061514"/>
            <a:ext cx="659116" cy="3421467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C" sz="4000"/>
          </a:p>
        </p:txBody>
      </p:sp>
      <p:sp>
        <p:nvSpPr>
          <p:cNvPr id="20" name="Abrir corchete 19">
            <a:extLst>
              <a:ext uri="{FF2B5EF4-FFF2-40B4-BE49-F238E27FC236}">
                <a16:creationId xmlns:a16="http://schemas.microsoft.com/office/drawing/2014/main" id="{4D136635-AB68-473B-8C34-5C2805A35E5A}"/>
              </a:ext>
            </a:extLst>
          </p:cNvPr>
          <p:cNvSpPr/>
          <p:nvPr/>
        </p:nvSpPr>
        <p:spPr>
          <a:xfrm flipH="1">
            <a:off x="6948259" y="1061513"/>
            <a:ext cx="641037" cy="3421467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C" sz="400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AE00621-4DCC-4AF5-AE93-5F154F41EF58}"/>
              </a:ext>
            </a:extLst>
          </p:cNvPr>
          <p:cNvSpPr txBox="1"/>
          <p:nvPr/>
        </p:nvSpPr>
        <p:spPr>
          <a:xfrm>
            <a:off x="3906955" y="4679939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ACB19EB-7069-4594-9C09-78723ABBB4D1}"/>
              </a:ext>
            </a:extLst>
          </p:cNvPr>
          <p:cNvSpPr txBox="1"/>
          <p:nvPr/>
        </p:nvSpPr>
        <p:spPr>
          <a:xfrm>
            <a:off x="4810539" y="4713138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O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963BA41-66AB-4FFF-ACDD-4B2C9A346FAD}"/>
              </a:ext>
            </a:extLst>
          </p:cNvPr>
          <p:cNvSpPr txBox="1"/>
          <p:nvPr/>
        </p:nvSpPr>
        <p:spPr>
          <a:xfrm>
            <a:off x="5636676" y="4713137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8F78CBD-E964-4587-8916-585FD962ADA1}"/>
              </a:ext>
            </a:extLst>
          </p:cNvPr>
          <p:cNvSpPr txBox="1"/>
          <p:nvPr/>
        </p:nvSpPr>
        <p:spPr>
          <a:xfrm>
            <a:off x="6445168" y="4713137"/>
            <a:ext cx="100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000" b="1" i="1" dirty="0">
                <a:solidFill>
                  <a:prstClr val="black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O</a:t>
            </a:r>
            <a:r>
              <a:rPr lang="es-MX" sz="40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s-EC" sz="40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93AC693-CDD0-4BB5-B894-F9371BB0328A}"/>
              </a:ext>
            </a:extLst>
          </p:cNvPr>
          <p:cNvCxnSpPr>
            <a:cxnSpLocks/>
          </p:cNvCxnSpPr>
          <p:nvPr/>
        </p:nvCxnSpPr>
        <p:spPr>
          <a:xfrm>
            <a:off x="3584483" y="5966797"/>
            <a:ext cx="4464496" cy="7200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5AE17E3-40CB-4345-AF5A-DFF8B5F90072}"/>
              </a:ext>
            </a:extLst>
          </p:cNvPr>
          <p:cNvSpPr txBox="1"/>
          <p:nvPr/>
        </p:nvSpPr>
        <p:spPr>
          <a:xfrm>
            <a:off x="3173740" y="5421023"/>
            <a:ext cx="410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s-EC" sz="36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629E1D9-EACE-4DA9-A2AC-4B8FFF3612EC}"/>
              </a:ext>
            </a:extLst>
          </p:cNvPr>
          <p:cNvSpPr txBox="1"/>
          <p:nvPr/>
        </p:nvSpPr>
        <p:spPr>
          <a:xfrm>
            <a:off x="8254350" y="5421023"/>
            <a:ext cx="410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s-EC" sz="3600" dirty="0"/>
          </a:p>
        </p:txBody>
      </p:sp>
    </p:spTree>
    <p:extLst>
      <p:ext uri="{BB962C8B-B14F-4D97-AF65-F5344CB8AC3E}">
        <p14:creationId xmlns:p14="http://schemas.microsoft.com/office/powerpoint/2010/main" val="165565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6DA7004-5B81-4BBE-B021-CC32EF7B7E24}"/>
              </a:ext>
            </a:extLst>
          </p:cNvPr>
          <p:cNvSpPr txBox="1"/>
          <p:nvPr/>
        </p:nvSpPr>
        <p:spPr>
          <a:xfrm>
            <a:off x="2130716" y="1933077"/>
            <a:ext cx="576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 DE LA PRIMERA COLUMNA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34930D5-FDDB-4D3F-9D77-0273DFA86102}"/>
              </a:ext>
            </a:extLst>
          </p:cNvPr>
          <p:cNvSpPr txBox="1"/>
          <p:nvPr/>
        </p:nvSpPr>
        <p:spPr>
          <a:xfrm>
            <a:off x="539552" y="2844225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0A78C1-78A3-46D3-BD67-B3A66EFD0AA8}"/>
              </a:ext>
            </a:extLst>
          </p:cNvPr>
          <p:cNvSpPr txBox="1"/>
          <p:nvPr/>
        </p:nvSpPr>
        <p:spPr>
          <a:xfrm>
            <a:off x="492585" y="3499088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DE0DA06-9403-4379-B744-4F1F0AF8B601}"/>
              </a:ext>
            </a:extLst>
          </p:cNvPr>
          <p:cNvSpPr txBox="1"/>
          <p:nvPr/>
        </p:nvSpPr>
        <p:spPr>
          <a:xfrm>
            <a:off x="473778" y="5199850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2EE7BFC-BBE4-4BA6-B9A9-CB9194702D78}"/>
              </a:ext>
            </a:extLst>
          </p:cNvPr>
          <p:cNvSpPr txBox="1"/>
          <p:nvPr/>
        </p:nvSpPr>
        <p:spPr>
          <a:xfrm>
            <a:off x="520745" y="4285288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907CB3-0603-4F6B-AE9E-D8A5455AB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853108"/>
            <a:ext cx="6298066" cy="246150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083BF92-1D2B-4A71-AC9C-2E2E7F0F7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812" y="67431"/>
            <a:ext cx="2110919" cy="140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82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E9FEF03-5DC6-4245-9D89-4129B0C2B1BA}"/>
              </a:ext>
            </a:extLst>
          </p:cNvPr>
          <p:cNvSpPr txBox="1"/>
          <p:nvPr/>
        </p:nvSpPr>
        <p:spPr>
          <a:xfrm>
            <a:off x="1043608" y="2420888"/>
            <a:ext cx="6155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E.I. D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y/dx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k11(x)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2A9917-7F76-4F62-8971-7F22483531CB}"/>
              </a:ext>
            </a:extLst>
          </p:cNvPr>
          <p:cNvSpPr txBox="1"/>
          <p:nvPr/>
        </p:nvSpPr>
        <p:spPr>
          <a:xfrm>
            <a:off x="1380073" y="3562344"/>
            <a:ext cx="6155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E.I. Dy/dx = k11(x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(x)+c1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EE90B9-39E5-4B73-8596-8FD472B1E466}"/>
              </a:ext>
            </a:extLst>
          </p:cNvPr>
          <p:cNvSpPr txBox="1"/>
          <p:nvPr/>
        </p:nvSpPr>
        <p:spPr>
          <a:xfrm>
            <a:off x="1010856" y="4798817"/>
            <a:ext cx="7038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E.I. y = k11(x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)/(2*3)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/2 +c1(x)+c2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DA7004-5B81-4BBE-B021-CC32EF7B7E24}"/>
              </a:ext>
            </a:extLst>
          </p:cNvPr>
          <p:cNvSpPr txBox="1"/>
          <p:nvPr/>
        </p:nvSpPr>
        <p:spPr>
          <a:xfrm>
            <a:off x="1835696" y="753528"/>
            <a:ext cx="59766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 DE LAS ECUACIONES DE LA PRIMERA COLUMNA</a:t>
            </a:r>
          </a:p>
        </p:txBody>
      </p:sp>
    </p:spTree>
    <p:extLst>
      <p:ext uri="{BB962C8B-B14F-4D97-AF65-F5344CB8AC3E}">
        <p14:creationId xmlns:p14="http://schemas.microsoft.com/office/powerpoint/2010/main" val="1007464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2729414-2822-442E-BF36-5EB9A32B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918" y="1064859"/>
            <a:ext cx="6130709" cy="26009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48C8B85-2AAC-4AE6-8FD3-61C87CFF5B80}"/>
              </a:ext>
            </a:extLst>
          </p:cNvPr>
          <p:cNvSpPr txBox="1"/>
          <p:nvPr/>
        </p:nvSpPr>
        <p:spPr>
          <a:xfrm>
            <a:off x="1379650" y="852140"/>
            <a:ext cx="6119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CONDICIONES DE BORDES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3D476F-8A97-4AB9-8AA4-A834C5DEDB73}"/>
              </a:ext>
            </a:extLst>
          </p:cNvPr>
          <p:cNvSpPr txBox="1"/>
          <p:nvPr/>
        </p:nvSpPr>
        <p:spPr>
          <a:xfrm>
            <a:off x="1702983" y="4433985"/>
            <a:ext cx="1944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Dy/dx=0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00AE20-0D73-491A-BA6C-436F6403E845}"/>
              </a:ext>
            </a:extLst>
          </p:cNvPr>
          <p:cNvSpPr txBox="1"/>
          <p:nvPr/>
        </p:nvSpPr>
        <p:spPr>
          <a:xfrm>
            <a:off x="875595" y="4448833"/>
            <a:ext cx="1008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66F78D-A6FE-4FB2-B5D1-1B16F2B6A588}"/>
              </a:ext>
            </a:extLst>
          </p:cNvPr>
          <p:cNvSpPr txBox="1"/>
          <p:nvPr/>
        </p:nvSpPr>
        <p:spPr>
          <a:xfrm>
            <a:off x="2037793" y="1862870"/>
            <a:ext cx="586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95A4F0C-7B5B-4AB1-B0E0-D1EB7AC6587E}"/>
              </a:ext>
            </a:extLst>
          </p:cNvPr>
          <p:cNvSpPr txBox="1"/>
          <p:nvPr/>
        </p:nvSpPr>
        <p:spPr>
          <a:xfrm>
            <a:off x="6383502" y="1905682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39D8D25-9A94-4070-B94C-8AB761916A47}"/>
              </a:ext>
            </a:extLst>
          </p:cNvPr>
          <p:cNvSpPr txBox="1"/>
          <p:nvPr/>
        </p:nvSpPr>
        <p:spPr>
          <a:xfrm>
            <a:off x="4192273" y="4384080"/>
            <a:ext cx="1944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DD7A91E-5BAE-407D-96C3-58049C350EC7}"/>
              </a:ext>
            </a:extLst>
          </p:cNvPr>
          <p:cNvSpPr txBox="1"/>
          <p:nvPr/>
        </p:nvSpPr>
        <p:spPr>
          <a:xfrm>
            <a:off x="5856841" y="4384080"/>
            <a:ext cx="1318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AE8E12B-9287-4D94-A6C7-73A321BCC853}"/>
              </a:ext>
            </a:extLst>
          </p:cNvPr>
          <p:cNvSpPr txBox="1"/>
          <p:nvPr/>
        </p:nvSpPr>
        <p:spPr>
          <a:xfrm>
            <a:off x="1702983" y="5316628"/>
            <a:ext cx="1944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Dy/dx=0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2EDD20E-F0DE-46A5-ABB7-77ED99C25196}"/>
              </a:ext>
            </a:extLst>
          </p:cNvPr>
          <p:cNvSpPr txBox="1"/>
          <p:nvPr/>
        </p:nvSpPr>
        <p:spPr>
          <a:xfrm>
            <a:off x="875595" y="5331476"/>
            <a:ext cx="1008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A1ABD7C-C259-4412-BFA2-031B995EC05C}"/>
              </a:ext>
            </a:extLst>
          </p:cNvPr>
          <p:cNvSpPr txBox="1"/>
          <p:nvPr/>
        </p:nvSpPr>
        <p:spPr>
          <a:xfrm>
            <a:off x="4192273" y="5266723"/>
            <a:ext cx="1944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x=L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7DF6C30-BC03-4C7B-B220-95D391C0A9E8}"/>
              </a:ext>
            </a:extLst>
          </p:cNvPr>
          <p:cNvSpPr txBox="1"/>
          <p:nvPr/>
        </p:nvSpPr>
        <p:spPr>
          <a:xfrm>
            <a:off x="5856841" y="5266723"/>
            <a:ext cx="1318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y=0</a:t>
            </a:r>
          </a:p>
        </p:txBody>
      </p:sp>
    </p:spTree>
    <p:extLst>
      <p:ext uri="{BB962C8B-B14F-4D97-AF65-F5344CB8AC3E}">
        <p14:creationId xmlns:p14="http://schemas.microsoft.com/office/powerpoint/2010/main" val="624317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A9A39DE-E9F0-420E-B84A-F3AFED5B483D}"/>
              </a:ext>
            </a:extLst>
          </p:cNvPr>
          <p:cNvSpPr txBox="1"/>
          <p:nvPr/>
        </p:nvSpPr>
        <p:spPr>
          <a:xfrm>
            <a:off x="916378" y="187471"/>
            <a:ext cx="6155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RESUMEN DE ECUACIONES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295914E-0EFF-485F-8959-D4FADD05C08D}"/>
              </a:ext>
            </a:extLst>
          </p:cNvPr>
          <p:cNvSpPr txBox="1"/>
          <p:nvPr/>
        </p:nvSpPr>
        <p:spPr>
          <a:xfrm>
            <a:off x="350501" y="1153716"/>
            <a:ext cx="5256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E.I. Dy/dx = k11(x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(x)+c1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F4BB1E6-961C-4642-938B-A29143A6E411}"/>
              </a:ext>
            </a:extLst>
          </p:cNvPr>
          <p:cNvSpPr txBox="1"/>
          <p:nvPr/>
        </p:nvSpPr>
        <p:spPr>
          <a:xfrm>
            <a:off x="-33536" y="1987452"/>
            <a:ext cx="7038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E.I. y = k11(x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)/(2*3)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/2 +c1(x)+c2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55982D8-32DD-4EFE-B12D-88A9D503E3E7}"/>
              </a:ext>
            </a:extLst>
          </p:cNvPr>
          <p:cNvSpPr txBox="1"/>
          <p:nvPr/>
        </p:nvSpPr>
        <p:spPr>
          <a:xfrm>
            <a:off x="1251140" y="2864158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Dy/dx=0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72F2CD-C416-4F74-A99C-A5D512A9625C}"/>
              </a:ext>
            </a:extLst>
          </p:cNvPr>
          <p:cNvSpPr txBox="1"/>
          <p:nvPr/>
        </p:nvSpPr>
        <p:spPr>
          <a:xfrm>
            <a:off x="212196" y="3358034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6EBA14-6038-4BA6-B3A3-4F8FADF0753B}"/>
              </a:ext>
            </a:extLst>
          </p:cNvPr>
          <p:cNvSpPr txBox="1"/>
          <p:nvPr/>
        </p:nvSpPr>
        <p:spPr>
          <a:xfrm>
            <a:off x="3873526" y="2876372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x=0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7CF4104-6B7B-47CA-A803-65C248BD73BA}"/>
              </a:ext>
            </a:extLst>
          </p:cNvPr>
          <p:cNvSpPr txBox="1"/>
          <p:nvPr/>
        </p:nvSpPr>
        <p:spPr>
          <a:xfrm>
            <a:off x="1533041" y="3834877"/>
            <a:ext cx="131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3266F4-BFA6-4413-B481-6958F3E7FE8C}"/>
              </a:ext>
            </a:extLst>
          </p:cNvPr>
          <p:cNvSpPr txBox="1"/>
          <p:nvPr/>
        </p:nvSpPr>
        <p:spPr>
          <a:xfrm>
            <a:off x="1283179" y="4980617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Dy/dx=0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3565AB7-F48E-471D-ADEB-816047380012}"/>
              </a:ext>
            </a:extLst>
          </p:cNvPr>
          <p:cNvSpPr txBox="1"/>
          <p:nvPr/>
        </p:nvSpPr>
        <p:spPr>
          <a:xfrm>
            <a:off x="183599" y="5604831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4144A9F-748B-4724-A24C-28D85C25ED9A}"/>
              </a:ext>
            </a:extLst>
          </p:cNvPr>
          <p:cNvSpPr txBox="1"/>
          <p:nvPr/>
        </p:nvSpPr>
        <p:spPr>
          <a:xfrm>
            <a:off x="3873526" y="4980617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C8B09EB-6931-4F7C-B303-62C981D04235}"/>
              </a:ext>
            </a:extLst>
          </p:cNvPr>
          <p:cNvSpPr txBox="1"/>
          <p:nvPr/>
        </p:nvSpPr>
        <p:spPr>
          <a:xfrm>
            <a:off x="1533041" y="5974476"/>
            <a:ext cx="131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91EF87D-F618-4FDB-AAA6-FEB5D38B52BF}"/>
              </a:ext>
            </a:extLst>
          </p:cNvPr>
          <p:cNvSpPr txBox="1"/>
          <p:nvPr/>
        </p:nvSpPr>
        <p:spPr>
          <a:xfrm>
            <a:off x="7210024" y="1175277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BBDE54-73D7-4AC0-A8B7-A726F410A55E}"/>
              </a:ext>
            </a:extLst>
          </p:cNvPr>
          <p:cNvSpPr txBox="1"/>
          <p:nvPr/>
        </p:nvSpPr>
        <p:spPr>
          <a:xfrm>
            <a:off x="7210024" y="1985136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9A86382-6D02-4355-9037-02C0CFEFBFE1}"/>
              </a:ext>
            </a:extLst>
          </p:cNvPr>
          <p:cNvSpPr txBox="1"/>
          <p:nvPr/>
        </p:nvSpPr>
        <p:spPr>
          <a:xfrm>
            <a:off x="3873526" y="3834877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x=0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4650F1F-C5D6-480C-B04A-A022042A51E5}"/>
              </a:ext>
            </a:extLst>
          </p:cNvPr>
          <p:cNvSpPr txBox="1"/>
          <p:nvPr/>
        </p:nvSpPr>
        <p:spPr>
          <a:xfrm>
            <a:off x="7160906" y="3035795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3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4B5BE2C-9511-46F2-B850-0B224A031F8B}"/>
              </a:ext>
            </a:extLst>
          </p:cNvPr>
          <p:cNvSpPr txBox="1"/>
          <p:nvPr/>
        </p:nvSpPr>
        <p:spPr>
          <a:xfrm>
            <a:off x="7160906" y="3997708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B309224-7F28-45BA-B50F-973275825132}"/>
              </a:ext>
            </a:extLst>
          </p:cNvPr>
          <p:cNvSpPr txBox="1"/>
          <p:nvPr/>
        </p:nvSpPr>
        <p:spPr>
          <a:xfrm>
            <a:off x="7178210" y="6148276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6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F8C7272-123B-4D0B-98DE-7D338529B9C6}"/>
              </a:ext>
            </a:extLst>
          </p:cNvPr>
          <p:cNvSpPr txBox="1"/>
          <p:nvPr/>
        </p:nvSpPr>
        <p:spPr>
          <a:xfrm>
            <a:off x="3900950" y="6126357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4D4B420-4300-40E4-BACF-24BCAE85B6F4}"/>
              </a:ext>
            </a:extLst>
          </p:cNvPr>
          <p:cNvSpPr txBox="1"/>
          <p:nvPr/>
        </p:nvSpPr>
        <p:spPr>
          <a:xfrm>
            <a:off x="7177480" y="5072992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5</a:t>
            </a:r>
          </a:p>
        </p:txBody>
      </p:sp>
    </p:spTree>
    <p:extLst>
      <p:ext uri="{BB962C8B-B14F-4D97-AF65-F5344CB8AC3E}">
        <p14:creationId xmlns:p14="http://schemas.microsoft.com/office/powerpoint/2010/main" val="237900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A9A39DE-E9F0-420E-B84A-F3AFED5B483D}"/>
              </a:ext>
            </a:extLst>
          </p:cNvPr>
          <p:cNvSpPr txBox="1"/>
          <p:nvPr/>
        </p:nvSpPr>
        <p:spPr>
          <a:xfrm>
            <a:off x="916378" y="187471"/>
            <a:ext cx="6155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RESUMEN DE ECUACIONES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295914E-0EFF-485F-8959-D4FADD05C08D}"/>
              </a:ext>
            </a:extLst>
          </p:cNvPr>
          <p:cNvSpPr txBox="1"/>
          <p:nvPr/>
        </p:nvSpPr>
        <p:spPr>
          <a:xfrm>
            <a:off x="536693" y="1668117"/>
            <a:ext cx="5256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E.I. Dy/dx = k11(x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(x)+c1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55982D8-32DD-4EFE-B12D-88A9D503E3E7}"/>
              </a:ext>
            </a:extLst>
          </p:cNvPr>
          <p:cNvSpPr txBox="1"/>
          <p:nvPr/>
        </p:nvSpPr>
        <p:spPr>
          <a:xfrm>
            <a:off x="977506" y="3164252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Dy/dx=0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6EBA14-6038-4BA6-B3A3-4F8FADF0753B}"/>
              </a:ext>
            </a:extLst>
          </p:cNvPr>
          <p:cNvSpPr txBox="1"/>
          <p:nvPr/>
        </p:nvSpPr>
        <p:spPr>
          <a:xfrm>
            <a:off x="3599892" y="3176466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91EF87D-F618-4FDB-AAA6-FEB5D38B52BF}"/>
              </a:ext>
            </a:extLst>
          </p:cNvPr>
          <p:cNvSpPr txBox="1"/>
          <p:nvPr/>
        </p:nvSpPr>
        <p:spPr>
          <a:xfrm>
            <a:off x="7396216" y="1689678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4650F1F-C5D6-480C-B04A-A022042A51E5}"/>
              </a:ext>
            </a:extLst>
          </p:cNvPr>
          <p:cNvSpPr txBox="1"/>
          <p:nvPr/>
        </p:nvSpPr>
        <p:spPr>
          <a:xfrm>
            <a:off x="7396216" y="3128824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3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9292F03-3EB0-4CAD-9F69-ED06C2A567D4}"/>
              </a:ext>
            </a:extLst>
          </p:cNvPr>
          <p:cNvSpPr txBox="1"/>
          <p:nvPr/>
        </p:nvSpPr>
        <p:spPr>
          <a:xfrm>
            <a:off x="999745" y="5445224"/>
            <a:ext cx="16590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D250CCF-92AC-41A2-8B01-8A0D1D3D5315}"/>
              </a:ext>
            </a:extLst>
          </p:cNvPr>
          <p:cNvCxnSpPr/>
          <p:nvPr/>
        </p:nvCxnSpPr>
        <p:spPr>
          <a:xfrm flipV="1">
            <a:off x="2771800" y="1512169"/>
            <a:ext cx="936104" cy="1124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8BC0A97-3978-49B4-BE7F-5A324058F469}"/>
              </a:ext>
            </a:extLst>
          </p:cNvPr>
          <p:cNvSpPr txBox="1"/>
          <p:nvPr/>
        </p:nvSpPr>
        <p:spPr>
          <a:xfrm>
            <a:off x="3751468" y="1066594"/>
            <a:ext cx="48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s-EC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6577CDD-D511-4A8D-AECC-4E244C4D1401}"/>
              </a:ext>
            </a:extLst>
          </p:cNvPr>
          <p:cNvSpPr txBox="1"/>
          <p:nvPr/>
        </p:nvSpPr>
        <p:spPr>
          <a:xfrm>
            <a:off x="4906734" y="1066594"/>
            <a:ext cx="48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s-EC" sz="2400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E4B9412-33EB-4B04-A15B-F7B935AB3B6D}"/>
              </a:ext>
            </a:extLst>
          </p:cNvPr>
          <p:cNvCxnSpPr/>
          <p:nvPr/>
        </p:nvCxnSpPr>
        <p:spPr>
          <a:xfrm flipV="1">
            <a:off x="4041321" y="1628965"/>
            <a:ext cx="936104" cy="1124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6D659C8-6DCE-45E1-8D02-3A65B4C18057}"/>
              </a:ext>
            </a:extLst>
          </p:cNvPr>
          <p:cNvCxnSpPr/>
          <p:nvPr/>
        </p:nvCxnSpPr>
        <p:spPr>
          <a:xfrm flipV="1">
            <a:off x="1072152" y="1504194"/>
            <a:ext cx="936104" cy="1124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EAC690-A8C9-49D4-B130-9388B0600AB5}"/>
              </a:ext>
            </a:extLst>
          </p:cNvPr>
          <p:cNvSpPr txBox="1"/>
          <p:nvPr/>
        </p:nvSpPr>
        <p:spPr>
          <a:xfrm>
            <a:off x="1999721" y="1066594"/>
            <a:ext cx="48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s-EC" sz="2400" dirty="0"/>
          </a:p>
        </p:txBody>
      </p:sp>
    </p:spTree>
    <p:extLst>
      <p:ext uri="{BB962C8B-B14F-4D97-AF65-F5344CB8AC3E}">
        <p14:creationId xmlns:p14="http://schemas.microsoft.com/office/powerpoint/2010/main" val="1608872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A9A39DE-E9F0-420E-B84A-F3AFED5B483D}"/>
              </a:ext>
            </a:extLst>
          </p:cNvPr>
          <p:cNvSpPr txBox="1"/>
          <p:nvPr/>
        </p:nvSpPr>
        <p:spPr>
          <a:xfrm>
            <a:off x="1094887" y="756084"/>
            <a:ext cx="6155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RESUMEN DE ECUACIONES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F4BB1E6-961C-4642-938B-A29143A6E411}"/>
              </a:ext>
            </a:extLst>
          </p:cNvPr>
          <p:cNvSpPr txBox="1"/>
          <p:nvPr/>
        </p:nvSpPr>
        <p:spPr>
          <a:xfrm>
            <a:off x="212437" y="2060916"/>
            <a:ext cx="7038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E.I. y = k11(x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)/(2*3)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/2 +c1(x)+c2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7CF4104-6B7B-47CA-A803-65C248BD73BA}"/>
              </a:ext>
            </a:extLst>
          </p:cNvPr>
          <p:cNvSpPr txBox="1"/>
          <p:nvPr/>
        </p:nvSpPr>
        <p:spPr>
          <a:xfrm>
            <a:off x="964013" y="3518739"/>
            <a:ext cx="131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BBDE54-73D7-4AC0-A8B7-A726F410A55E}"/>
              </a:ext>
            </a:extLst>
          </p:cNvPr>
          <p:cNvSpPr txBox="1"/>
          <p:nvPr/>
        </p:nvSpPr>
        <p:spPr>
          <a:xfrm>
            <a:off x="7762801" y="2039424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9A86382-6D02-4355-9037-02C0CFEFBFE1}"/>
              </a:ext>
            </a:extLst>
          </p:cNvPr>
          <p:cNvSpPr txBox="1"/>
          <p:nvPr/>
        </p:nvSpPr>
        <p:spPr>
          <a:xfrm>
            <a:off x="3304498" y="3518739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4B5BE2C-9511-46F2-B850-0B224A031F8B}"/>
              </a:ext>
            </a:extLst>
          </p:cNvPr>
          <p:cNvSpPr txBox="1"/>
          <p:nvPr/>
        </p:nvSpPr>
        <p:spPr>
          <a:xfrm>
            <a:off x="7575419" y="3546251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4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2928F55-4D8B-483C-9466-709707C4749B}"/>
              </a:ext>
            </a:extLst>
          </p:cNvPr>
          <p:cNvSpPr txBox="1"/>
          <p:nvPr/>
        </p:nvSpPr>
        <p:spPr>
          <a:xfrm>
            <a:off x="971600" y="5582318"/>
            <a:ext cx="2322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 = E.I</a:t>
            </a:r>
          </a:p>
        </p:txBody>
      </p:sp>
    </p:spTree>
    <p:extLst>
      <p:ext uri="{BB962C8B-B14F-4D97-AF65-F5344CB8AC3E}">
        <p14:creationId xmlns:p14="http://schemas.microsoft.com/office/powerpoint/2010/main" val="2068222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A9A39DE-E9F0-420E-B84A-F3AFED5B483D}"/>
              </a:ext>
            </a:extLst>
          </p:cNvPr>
          <p:cNvSpPr txBox="1"/>
          <p:nvPr/>
        </p:nvSpPr>
        <p:spPr>
          <a:xfrm>
            <a:off x="916378" y="187471"/>
            <a:ext cx="6155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RESUMEN DE ECUACIONES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295914E-0EFF-485F-8959-D4FADD05C08D}"/>
              </a:ext>
            </a:extLst>
          </p:cNvPr>
          <p:cNvSpPr txBox="1"/>
          <p:nvPr/>
        </p:nvSpPr>
        <p:spPr>
          <a:xfrm>
            <a:off x="350501" y="1153716"/>
            <a:ext cx="5256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E.I. Dy/dx =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(x)+c1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3266F4-BFA6-4413-B481-6958F3E7FE8C}"/>
              </a:ext>
            </a:extLst>
          </p:cNvPr>
          <p:cNvSpPr txBox="1"/>
          <p:nvPr/>
        </p:nvSpPr>
        <p:spPr>
          <a:xfrm>
            <a:off x="1072522" y="2378599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Dy/dx=0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4144A9F-748B-4724-A24C-28D85C25ED9A}"/>
              </a:ext>
            </a:extLst>
          </p:cNvPr>
          <p:cNvSpPr txBox="1"/>
          <p:nvPr/>
        </p:nvSpPr>
        <p:spPr>
          <a:xfrm>
            <a:off x="3662869" y="2378599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91EF87D-F618-4FDB-AAA6-FEB5D38B52BF}"/>
              </a:ext>
            </a:extLst>
          </p:cNvPr>
          <p:cNvSpPr txBox="1"/>
          <p:nvPr/>
        </p:nvSpPr>
        <p:spPr>
          <a:xfrm>
            <a:off x="7210024" y="1175277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1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4D4B420-4300-40E4-BACF-24BCAE85B6F4}"/>
              </a:ext>
            </a:extLst>
          </p:cNvPr>
          <p:cNvSpPr txBox="1"/>
          <p:nvPr/>
        </p:nvSpPr>
        <p:spPr>
          <a:xfrm>
            <a:off x="7169655" y="2378599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2BB9472-5273-4330-BB9D-CCE1C45DF02C}"/>
              </a:ext>
            </a:extLst>
          </p:cNvPr>
          <p:cNvSpPr txBox="1"/>
          <p:nvPr/>
        </p:nvSpPr>
        <p:spPr>
          <a:xfrm>
            <a:off x="4857629" y="3864904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 =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(L)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8080964-19E2-45D5-A1C8-B574CBFCA379}"/>
              </a:ext>
            </a:extLst>
          </p:cNvPr>
          <p:cNvSpPr txBox="1"/>
          <p:nvPr/>
        </p:nvSpPr>
        <p:spPr>
          <a:xfrm>
            <a:off x="-214" y="3878276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0=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D8AED4A-9264-43F9-BE9E-AB7A9CF87C35}"/>
                  </a:ext>
                </a:extLst>
              </p:cNvPr>
              <p:cNvSpPr txBox="1"/>
              <p:nvPr/>
            </p:nvSpPr>
            <p:spPr>
              <a:xfrm>
                <a:off x="916378" y="5485599"/>
                <a:ext cx="3017340" cy="776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C" sz="2800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s-EC" sz="2800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s-EC" sz="2800" b="1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</m:d>
                          </m:e>
                          <m:sup>
                            <m:r>
                              <a:rPr lang="es-MX" sz="2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pt-BR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s-MX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den>
                    </m:f>
                  </m:oMath>
                </a14:m>
                <a:r>
                  <a:rPr lang="es-EC" sz="2800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k</a:t>
                </a:r>
                <a:r>
                  <a:rPr lang="es-EC" sz="2800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es-EC" sz="28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D8AED4A-9264-43F9-BE9E-AB7A9CF87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78" y="5485599"/>
                <a:ext cx="3017340" cy="776944"/>
              </a:xfrm>
              <a:prstGeom prst="rect">
                <a:avLst/>
              </a:prstGeom>
              <a:blipFill>
                <a:blip r:embed="rId3"/>
                <a:stretch>
                  <a:fillRect b="-9449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14B8676-5528-460C-B6E1-09BCE203E899}"/>
                  </a:ext>
                </a:extLst>
              </p:cNvPr>
              <p:cNvSpPr txBox="1"/>
              <p:nvPr/>
            </p:nvSpPr>
            <p:spPr>
              <a:xfrm>
                <a:off x="5054138" y="5581700"/>
                <a:ext cx="3017340" cy="710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C" sz="2800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s-EC" sz="2800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s-EC" sz="2800" b="1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MX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s-EC" sz="2800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k</a:t>
                </a:r>
                <a:r>
                  <a:rPr lang="es-EC" sz="2800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es-EC" sz="28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14B8676-5528-460C-B6E1-09BCE203E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138" y="5581700"/>
                <a:ext cx="3017340" cy="710579"/>
              </a:xfrm>
              <a:prstGeom prst="rect">
                <a:avLst/>
              </a:prstGeom>
              <a:blipFill>
                <a:blip r:embed="rId4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5BCFD24D-5F26-4856-BB03-DD45AA6E4D51}"/>
              </a:ext>
            </a:extLst>
          </p:cNvPr>
          <p:cNvSpPr/>
          <p:nvPr/>
        </p:nvSpPr>
        <p:spPr>
          <a:xfrm>
            <a:off x="5607085" y="5229200"/>
            <a:ext cx="2277283" cy="1441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02976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A9A39DE-E9F0-420E-B84A-F3AFED5B483D}"/>
              </a:ext>
            </a:extLst>
          </p:cNvPr>
          <p:cNvSpPr txBox="1"/>
          <p:nvPr/>
        </p:nvSpPr>
        <p:spPr>
          <a:xfrm>
            <a:off x="916378" y="187471"/>
            <a:ext cx="6155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RESUMEN DE ECUACIONES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F4BB1E6-961C-4642-938B-A29143A6E411}"/>
              </a:ext>
            </a:extLst>
          </p:cNvPr>
          <p:cNvSpPr txBox="1"/>
          <p:nvPr/>
        </p:nvSpPr>
        <p:spPr>
          <a:xfrm>
            <a:off x="-33536" y="1987452"/>
            <a:ext cx="7038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E.I. y = k11(x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)/(2*3)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/2 +c1(x)+c2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3565AB7-F48E-471D-ADEB-816047380012}"/>
              </a:ext>
            </a:extLst>
          </p:cNvPr>
          <p:cNvSpPr txBox="1"/>
          <p:nvPr/>
        </p:nvSpPr>
        <p:spPr>
          <a:xfrm>
            <a:off x="120622" y="2570887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C8B09EB-6931-4F7C-B303-62C981D04235}"/>
              </a:ext>
            </a:extLst>
          </p:cNvPr>
          <p:cNvSpPr txBox="1"/>
          <p:nvPr/>
        </p:nvSpPr>
        <p:spPr>
          <a:xfrm>
            <a:off x="1470064" y="2940532"/>
            <a:ext cx="131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BBDE54-73D7-4AC0-A8B7-A726F410A55E}"/>
              </a:ext>
            </a:extLst>
          </p:cNvPr>
          <p:cNvSpPr txBox="1"/>
          <p:nvPr/>
        </p:nvSpPr>
        <p:spPr>
          <a:xfrm>
            <a:off x="7210024" y="1985136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B309224-7F28-45BA-B50F-973275825132}"/>
              </a:ext>
            </a:extLst>
          </p:cNvPr>
          <p:cNvSpPr txBox="1"/>
          <p:nvPr/>
        </p:nvSpPr>
        <p:spPr>
          <a:xfrm>
            <a:off x="7115233" y="3114332"/>
            <a:ext cx="1170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Ec. 6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F8C7272-123B-4D0B-98DE-7D338529B9C6}"/>
              </a:ext>
            </a:extLst>
          </p:cNvPr>
          <p:cNvSpPr txBox="1"/>
          <p:nvPr/>
        </p:nvSpPr>
        <p:spPr>
          <a:xfrm>
            <a:off x="3599892" y="3046809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2487C0CA-358E-45D2-BBC9-2A7B199C9444}"/>
                  </a:ext>
                </a:extLst>
              </p:cNvPr>
              <p:cNvSpPr txBox="1"/>
              <p:nvPr/>
            </p:nvSpPr>
            <p:spPr>
              <a:xfrm>
                <a:off x="607126" y="4361825"/>
                <a:ext cx="7038430" cy="710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C" sz="2800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0= k</a:t>
                </a:r>
                <a:r>
                  <a:rPr lang="es-EC" sz="2800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 </a:t>
                </a:r>
                <a:r>
                  <a:rPr lang="es-EC" sz="2800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</a:t>
                </a:r>
                <a:r>
                  <a:rPr lang="es-EC" sz="2800" b="1" i="1" baseline="30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s-EC" sz="2800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)/(2*3) -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C" sz="2800" b="1" i="1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s-EC" sz="2800" b="1" i="1" baseline="-25000" dirty="0" smtClean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11</m:t>
                    </m:r>
                    <m:r>
                      <a:rPr lang="es-EC" sz="2800" b="1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pt-BR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MX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num>
                      <m:den>
                        <m:r>
                          <a:rPr lang="pt-BR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s-EC" sz="2800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(L</a:t>
                </a:r>
                <a:r>
                  <a:rPr lang="es-EC" sz="2800" b="1" i="1" baseline="30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s-EC" sz="2800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/2 +E.I.</a:t>
                </a: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2487C0CA-358E-45D2-BBC9-2A7B199C9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26" y="4361825"/>
                <a:ext cx="7038430" cy="710579"/>
              </a:xfrm>
              <a:prstGeom prst="rect">
                <a:avLst/>
              </a:prstGeom>
              <a:blipFill>
                <a:blip r:embed="rId3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uadroTexto 26">
            <a:extLst>
              <a:ext uri="{FF2B5EF4-FFF2-40B4-BE49-F238E27FC236}">
                <a16:creationId xmlns:a16="http://schemas.microsoft.com/office/drawing/2014/main" id="{DD3FBE0E-BCAB-4F08-8D8D-A8380650B462}"/>
              </a:ext>
            </a:extLst>
          </p:cNvPr>
          <p:cNvSpPr txBox="1"/>
          <p:nvPr/>
        </p:nvSpPr>
        <p:spPr>
          <a:xfrm>
            <a:off x="741635" y="5347708"/>
            <a:ext cx="7038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0=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)/(6)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/4 +E.I.</a:t>
            </a:r>
          </a:p>
        </p:txBody>
      </p:sp>
    </p:spTree>
    <p:extLst>
      <p:ext uri="{BB962C8B-B14F-4D97-AF65-F5344CB8AC3E}">
        <p14:creationId xmlns:p14="http://schemas.microsoft.com/office/powerpoint/2010/main" val="3834040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5CE67CF-3072-4625-A1F1-297C00E5C707}"/>
              </a:ext>
            </a:extLst>
          </p:cNvPr>
          <p:cNvSpPr txBox="1"/>
          <p:nvPr/>
        </p:nvSpPr>
        <p:spPr>
          <a:xfrm>
            <a:off x="1052785" y="494474"/>
            <a:ext cx="7038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0=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)/(6) -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/4 +E.I.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6DBFC5-807E-454C-AAE9-5B09F6CCE233}"/>
              </a:ext>
            </a:extLst>
          </p:cNvPr>
          <p:cNvSpPr txBox="1"/>
          <p:nvPr/>
        </p:nvSpPr>
        <p:spPr>
          <a:xfrm>
            <a:off x="899592" y="1772816"/>
            <a:ext cx="7038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0= 2k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- 3k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+12E.I.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80C17A3-8BC9-4B6F-92DB-F609DE1ED3D0}"/>
              </a:ext>
            </a:extLst>
          </p:cNvPr>
          <p:cNvSpPr txBox="1"/>
          <p:nvPr/>
        </p:nvSpPr>
        <p:spPr>
          <a:xfrm>
            <a:off x="2474591" y="3051158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12E.I.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14017C-80A6-448A-B4C8-A78C65632265}"/>
              </a:ext>
            </a:extLst>
          </p:cNvPr>
          <p:cNvSpPr txBox="1"/>
          <p:nvPr/>
        </p:nvSpPr>
        <p:spPr>
          <a:xfrm>
            <a:off x="2444855" y="4067890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51435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2D994D9-DAFF-4505-932A-A38051E3C2FF}"/>
              </a:ext>
            </a:extLst>
          </p:cNvPr>
          <p:cNvSpPr txBox="1"/>
          <p:nvPr/>
        </p:nvSpPr>
        <p:spPr>
          <a:xfrm>
            <a:off x="2411760" y="494474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667CBD-7B1B-491C-91C9-AC82F8C4D995}"/>
              </a:ext>
            </a:extLst>
          </p:cNvPr>
          <p:cNvSpPr txBox="1"/>
          <p:nvPr/>
        </p:nvSpPr>
        <p:spPr>
          <a:xfrm>
            <a:off x="2411760" y="1700808"/>
            <a:ext cx="30553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L/2 = 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s-EC" sz="28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2CCB764-BF7E-42F8-9346-CDF2738D42AB}"/>
                  </a:ext>
                </a:extLst>
              </p:cNvPr>
              <p:cNvSpPr txBox="1"/>
              <p:nvPr/>
            </p:nvSpPr>
            <p:spPr>
              <a:xfrm>
                <a:off x="2699792" y="3167390"/>
                <a:ext cx="4320480" cy="825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pt-BR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s-EC" sz="2800" b="1" i="1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  <m:r>
                          <m:rPr>
                            <m:nor/>
                          </m:rPr>
                          <a:rPr lang="es-EC" sz="2800" b="1" i="1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s-EC" sz="2800" b="1" i="1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s-EC" sz="2800" b="1" i="1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num>
                      <m:den>
                        <m:sSup>
                          <m:sSupPr>
                            <m:ctrlPr>
                              <a:rPr lang="pt-BR" sz="2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</m:d>
                          </m:e>
                          <m:sup>
                            <m:r>
                              <a:rPr lang="es-MX" sz="28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s-MX" sz="2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s-MX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pt-BR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s-MX" sz="2800" b="1" i="1" dirty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</m:num>
                      <m:den>
                        <m:r>
                          <a:rPr lang="es-MX" sz="2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s-MX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s-EC" sz="2800" b="1" i="1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k</a:t>
                </a:r>
                <a:r>
                  <a:rPr lang="es-EC" sz="2800" b="1" i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es-EC" sz="28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2CCB764-BF7E-42F8-9346-CDF2738D4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167390"/>
                <a:ext cx="4320480" cy="825226"/>
              </a:xfrm>
              <a:prstGeom prst="rect">
                <a:avLst/>
              </a:prstGeom>
              <a:blipFill>
                <a:blip r:embed="rId3"/>
                <a:stretch>
                  <a:fillRect b="-2963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055A8F98-1486-47ED-9B1A-B100F98FF9D3}"/>
              </a:ext>
            </a:extLst>
          </p:cNvPr>
          <p:cNvSpPr txBox="1"/>
          <p:nvPr/>
        </p:nvSpPr>
        <p:spPr>
          <a:xfrm>
            <a:off x="2699792" y="4355954"/>
            <a:ext cx="432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= 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s-EC" sz="28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FA1ED4-BB35-4144-8E3A-1B3FE14BFF3B}"/>
              </a:ext>
            </a:extLst>
          </p:cNvPr>
          <p:cNvSpPr/>
          <p:nvPr/>
        </p:nvSpPr>
        <p:spPr>
          <a:xfrm>
            <a:off x="2800771" y="1393389"/>
            <a:ext cx="2277283" cy="1441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76388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D422B93-86A6-42CF-8EE5-FF80064529AA}"/>
              </a:ext>
            </a:extLst>
          </p:cNvPr>
          <p:cNvCxnSpPr>
            <a:cxnSpLocks/>
            <a:endCxn id="4" idx="39"/>
          </p:cNvCxnSpPr>
          <p:nvPr/>
        </p:nvCxnSpPr>
        <p:spPr>
          <a:xfrm>
            <a:off x="2342632" y="3572435"/>
            <a:ext cx="4464496" cy="7200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DCA0D8F9-F9E2-448A-866B-AAF54DEB0E61}"/>
              </a:ext>
            </a:extLst>
          </p:cNvPr>
          <p:cNvSpPr/>
          <p:nvPr/>
        </p:nvSpPr>
        <p:spPr>
          <a:xfrm>
            <a:off x="2342632" y="2807731"/>
            <a:ext cx="4464496" cy="836711"/>
          </a:xfrm>
          <a:custGeom>
            <a:avLst/>
            <a:gdLst>
              <a:gd name="connsiteX0" fmla="*/ 0 w 4221480"/>
              <a:gd name="connsiteY0" fmla="*/ 533400 h 1143000"/>
              <a:gd name="connsiteX1" fmla="*/ 76200 w 4221480"/>
              <a:gd name="connsiteY1" fmla="*/ 502920 h 1143000"/>
              <a:gd name="connsiteX2" fmla="*/ 121920 w 4221480"/>
              <a:gd name="connsiteY2" fmla="*/ 487680 h 1143000"/>
              <a:gd name="connsiteX3" fmla="*/ 198120 w 4221480"/>
              <a:gd name="connsiteY3" fmla="*/ 426720 h 1143000"/>
              <a:gd name="connsiteX4" fmla="*/ 259080 w 4221480"/>
              <a:gd name="connsiteY4" fmla="*/ 381000 h 1143000"/>
              <a:gd name="connsiteX5" fmla="*/ 289560 w 4221480"/>
              <a:gd name="connsiteY5" fmla="*/ 335280 h 1143000"/>
              <a:gd name="connsiteX6" fmla="*/ 365760 w 4221480"/>
              <a:gd name="connsiteY6" fmla="*/ 304800 h 1143000"/>
              <a:gd name="connsiteX7" fmla="*/ 426720 w 4221480"/>
              <a:gd name="connsiteY7" fmla="*/ 243840 h 1143000"/>
              <a:gd name="connsiteX8" fmla="*/ 502920 w 4221480"/>
              <a:gd name="connsiteY8" fmla="*/ 213360 h 1143000"/>
              <a:gd name="connsiteX9" fmla="*/ 563880 w 4221480"/>
              <a:gd name="connsiteY9" fmla="*/ 182880 h 1143000"/>
              <a:gd name="connsiteX10" fmla="*/ 701040 w 4221480"/>
              <a:gd name="connsiteY10" fmla="*/ 121920 h 1143000"/>
              <a:gd name="connsiteX11" fmla="*/ 746760 w 4221480"/>
              <a:gd name="connsiteY11" fmla="*/ 91440 h 1143000"/>
              <a:gd name="connsiteX12" fmla="*/ 853440 w 4221480"/>
              <a:gd name="connsiteY12" fmla="*/ 76200 h 1143000"/>
              <a:gd name="connsiteX13" fmla="*/ 1005840 w 4221480"/>
              <a:gd name="connsiteY13" fmla="*/ 30480 h 1143000"/>
              <a:gd name="connsiteX14" fmla="*/ 1203960 w 4221480"/>
              <a:gd name="connsiteY14" fmla="*/ 0 h 1143000"/>
              <a:gd name="connsiteX15" fmla="*/ 1569720 w 4221480"/>
              <a:gd name="connsiteY15" fmla="*/ 15240 h 1143000"/>
              <a:gd name="connsiteX16" fmla="*/ 1767840 w 4221480"/>
              <a:gd name="connsiteY16" fmla="*/ 60960 h 1143000"/>
              <a:gd name="connsiteX17" fmla="*/ 1935480 w 4221480"/>
              <a:gd name="connsiteY17" fmla="*/ 91440 h 1143000"/>
              <a:gd name="connsiteX18" fmla="*/ 2026920 w 4221480"/>
              <a:gd name="connsiteY18" fmla="*/ 137160 h 1143000"/>
              <a:gd name="connsiteX19" fmla="*/ 2118360 w 4221480"/>
              <a:gd name="connsiteY19" fmla="*/ 167640 h 1143000"/>
              <a:gd name="connsiteX20" fmla="*/ 2164080 w 4221480"/>
              <a:gd name="connsiteY20" fmla="*/ 198120 h 1143000"/>
              <a:gd name="connsiteX21" fmla="*/ 2286000 w 4221480"/>
              <a:gd name="connsiteY21" fmla="*/ 289560 h 1143000"/>
              <a:gd name="connsiteX22" fmla="*/ 2346960 w 4221480"/>
              <a:gd name="connsiteY22" fmla="*/ 335280 h 1143000"/>
              <a:gd name="connsiteX23" fmla="*/ 2423160 w 4221480"/>
              <a:gd name="connsiteY23" fmla="*/ 396240 h 1143000"/>
              <a:gd name="connsiteX24" fmla="*/ 2514600 w 4221480"/>
              <a:gd name="connsiteY24" fmla="*/ 457200 h 1143000"/>
              <a:gd name="connsiteX25" fmla="*/ 2575560 w 4221480"/>
              <a:gd name="connsiteY25" fmla="*/ 502920 h 1143000"/>
              <a:gd name="connsiteX26" fmla="*/ 2743200 w 4221480"/>
              <a:gd name="connsiteY26" fmla="*/ 594360 h 1143000"/>
              <a:gd name="connsiteX27" fmla="*/ 2834640 w 4221480"/>
              <a:gd name="connsiteY27" fmla="*/ 670560 h 1143000"/>
              <a:gd name="connsiteX28" fmla="*/ 2926080 w 4221480"/>
              <a:gd name="connsiteY28" fmla="*/ 701040 h 1143000"/>
              <a:gd name="connsiteX29" fmla="*/ 3017520 w 4221480"/>
              <a:gd name="connsiteY29" fmla="*/ 762000 h 1143000"/>
              <a:gd name="connsiteX30" fmla="*/ 3200400 w 4221480"/>
              <a:gd name="connsiteY30" fmla="*/ 822960 h 1143000"/>
              <a:gd name="connsiteX31" fmla="*/ 3352800 w 4221480"/>
              <a:gd name="connsiteY31" fmla="*/ 899160 h 1143000"/>
              <a:gd name="connsiteX32" fmla="*/ 3413760 w 4221480"/>
              <a:gd name="connsiteY32" fmla="*/ 944880 h 1143000"/>
              <a:gd name="connsiteX33" fmla="*/ 3505200 w 4221480"/>
              <a:gd name="connsiteY33" fmla="*/ 975360 h 1143000"/>
              <a:gd name="connsiteX34" fmla="*/ 3611880 w 4221480"/>
              <a:gd name="connsiteY34" fmla="*/ 1021080 h 1143000"/>
              <a:gd name="connsiteX35" fmla="*/ 3672840 w 4221480"/>
              <a:gd name="connsiteY35" fmla="*/ 1036320 h 1143000"/>
              <a:gd name="connsiteX36" fmla="*/ 3733800 w 4221480"/>
              <a:gd name="connsiteY36" fmla="*/ 1066800 h 1143000"/>
              <a:gd name="connsiteX37" fmla="*/ 3886200 w 4221480"/>
              <a:gd name="connsiteY37" fmla="*/ 1097280 h 1143000"/>
              <a:gd name="connsiteX38" fmla="*/ 3931920 w 4221480"/>
              <a:gd name="connsiteY38" fmla="*/ 1127760 h 1143000"/>
              <a:gd name="connsiteX39" fmla="*/ 4221480 w 4221480"/>
              <a:gd name="connsiteY39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221480" h="1143000">
                <a:moveTo>
                  <a:pt x="0" y="533400"/>
                </a:moveTo>
                <a:cubicBezTo>
                  <a:pt x="25400" y="523240"/>
                  <a:pt x="50585" y="512526"/>
                  <a:pt x="76200" y="502920"/>
                </a:cubicBezTo>
                <a:cubicBezTo>
                  <a:pt x="91242" y="497279"/>
                  <a:pt x="109376" y="497715"/>
                  <a:pt x="121920" y="487680"/>
                </a:cubicBezTo>
                <a:cubicBezTo>
                  <a:pt x="220397" y="408898"/>
                  <a:pt x="83202" y="465026"/>
                  <a:pt x="198120" y="426720"/>
                </a:cubicBezTo>
                <a:cubicBezTo>
                  <a:pt x="218440" y="411480"/>
                  <a:pt x="241119" y="398961"/>
                  <a:pt x="259080" y="381000"/>
                </a:cubicBezTo>
                <a:cubicBezTo>
                  <a:pt x="272032" y="368048"/>
                  <a:pt x="274655" y="345926"/>
                  <a:pt x="289560" y="335280"/>
                </a:cubicBezTo>
                <a:cubicBezTo>
                  <a:pt x="311821" y="319379"/>
                  <a:pt x="340360" y="314960"/>
                  <a:pt x="365760" y="304800"/>
                </a:cubicBezTo>
                <a:cubicBezTo>
                  <a:pt x="386080" y="284480"/>
                  <a:pt x="402810" y="259780"/>
                  <a:pt x="426720" y="243840"/>
                </a:cubicBezTo>
                <a:cubicBezTo>
                  <a:pt x="449482" y="228665"/>
                  <a:pt x="477921" y="224471"/>
                  <a:pt x="502920" y="213360"/>
                </a:cubicBezTo>
                <a:cubicBezTo>
                  <a:pt x="523680" y="204133"/>
                  <a:pt x="543253" y="192400"/>
                  <a:pt x="563880" y="182880"/>
                </a:cubicBezTo>
                <a:cubicBezTo>
                  <a:pt x="609307" y="161914"/>
                  <a:pt x="656290" y="144295"/>
                  <a:pt x="701040" y="121920"/>
                </a:cubicBezTo>
                <a:cubicBezTo>
                  <a:pt x="717423" y="113729"/>
                  <a:pt x="729216" y="96703"/>
                  <a:pt x="746760" y="91440"/>
                </a:cubicBezTo>
                <a:cubicBezTo>
                  <a:pt x="781166" y="81118"/>
                  <a:pt x="818098" y="82626"/>
                  <a:pt x="853440" y="76200"/>
                </a:cubicBezTo>
                <a:cubicBezTo>
                  <a:pt x="942131" y="60074"/>
                  <a:pt x="899803" y="56989"/>
                  <a:pt x="1005840" y="30480"/>
                </a:cubicBezTo>
                <a:cubicBezTo>
                  <a:pt x="1034034" y="23432"/>
                  <a:pt x="1181401" y="3223"/>
                  <a:pt x="1203960" y="0"/>
                </a:cubicBezTo>
                <a:cubicBezTo>
                  <a:pt x="1325880" y="5080"/>
                  <a:pt x="1447964" y="7123"/>
                  <a:pt x="1569720" y="15240"/>
                </a:cubicBezTo>
                <a:cubicBezTo>
                  <a:pt x="1666126" y="21667"/>
                  <a:pt x="1669165" y="39815"/>
                  <a:pt x="1767840" y="60960"/>
                </a:cubicBezTo>
                <a:cubicBezTo>
                  <a:pt x="1811548" y="70326"/>
                  <a:pt x="1888480" y="72640"/>
                  <a:pt x="1935480" y="91440"/>
                </a:cubicBezTo>
                <a:cubicBezTo>
                  <a:pt x="1967120" y="104096"/>
                  <a:pt x="1995464" y="124053"/>
                  <a:pt x="2026920" y="137160"/>
                </a:cubicBezTo>
                <a:cubicBezTo>
                  <a:pt x="2056577" y="149517"/>
                  <a:pt x="2089000" y="154591"/>
                  <a:pt x="2118360" y="167640"/>
                </a:cubicBezTo>
                <a:cubicBezTo>
                  <a:pt x="2135098" y="175079"/>
                  <a:pt x="2149267" y="187347"/>
                  <a:pt x="2164080" y="198120"/>
                </a:cubicBezTo>
                <a:cubicBezTo>
                  <a:pt x="2205164" y="227999"/>
                  <a:pt x="2245360" y="259080"/>
                  <a:pt x="2286000" y="289560"/>
                </a:cubicBezTo>
                <a:cubicBezTo>
                  <a:pt x="2306320" y="304800"/>
                  <a:pt x="2326910" y="319686"/>
                  <a:pt x="2346960" y="335280"/>
                </a:cubicBezTo>
                <a:cubicBezTo>
                  <a:pt x="2372636" y="355250"/>
                  <a:pt x="2396095" y="378197"/>
                  <a:pt x="2423160" y="396240"/>
                </a:cubicBezTo>
                <a:cubicBezTo>
                  <a:pt x="2453640" y="416560"/>
                  <a:pt x="2484590" y="436193"/>
                  <a:pt x="2514600" y="457200"/>
                </a:cubicBezTo>
                <a:cubicBezTo>
                  <a:pt x="2535408" y="471766"/>
                  <a:pt x="2553356" y="490585"/>
                  <a:pt x="2575560" y="502920"/>
                </a:cubicBezTo>
                <a:cubicBezTo>
                  <a:pt x="2737392" y="592826"/>
                  <a:pt x="2559876" y="456867"/>
                  <a:pt x="2743200" y="594360"/>
                </a:cubicBezTo>
                <a:cubicBezTo>
                  <a:pt x="2774941" y="618166"/>
                  <a:pt x="2800369" y="650568"/>
                  <a:pt x="2834640" y="670560"/>
                </a:cubicBezTo>
                <a:cubicBezTo>
                  <a:pt x="2862392" y="686749"/>
                  <a:pt x="2897343" y="686672"/>
                  <a:pt x="2926080" y="701040"/>
                </a:cubicBezTo>
                <a:cubicBezTo>
                  <a:pt x="2958845" y="717423"/>
                  <a:pt x="2984045" y="747122"/>
                  <a:pt x="3017520" y="762000"/>
                </a:cubicBezTo>
                <a:cubicBezTo>
                  <a:pt x="3076239" y="788097"/>
                  <a:pt x="3142926" y="794223"/>
                  <a:pt x="3200400" y="822960"/>
                </a:cubicBezTo>
                <a:cubicBezTo>
                  <a:pt x="3251200" y="848360"/>
                  <a:pt x="3307363" y="865082"/>
                  <a:pt x="3352800" y="899160"/>
                </a:cubicBezTo>
                <a:cubicBezTo>
                  <a:pt x="3373120" y="914400"/>
                  <a:pt x="3391042" y="933521"/>
                  <a:pt x="3413760" y="944880"/>
                </a:cubicBezTo>
                <a:cubicBezTo>
                  <a:pt x="3442497" y="959248"/>
                  <a:pt x="3475213" y="963826"/>
                  <a:pt x="3505200" y="975360"/>
                </a:cubicBezTo>
                <a:cubicBezTo>
                  <a:pt x="3541309" y="989248"/>
                  <a:pt x="3575521" y="1007859"/>
                  <a:pt x="3611880" y="1021080"/>
                </a:cubicBezTo>
                <a:cubicBezTo>
                  <a:pt x="3631564" y="1028238"/>
                  <a:pt x="3653228" y="1028966"/>
                  <a:pt x="3672840" y="1036320"/>
                </a:cubicBezTo>
                <a:cubicBezTo>
                  <a:pt x="3694112" y="1044297"/>
                  <a:pt x="3711956" y="1060559"/>
                  <a:pt x="3733800" y="1066800"/>
                </a:cubicBezTo>
                <a:cubicBezTo>
                  <a:pt x="3783613" y="1081032"/>
                  <a:pt x="3886200" y="1097280"/>
                  <a:pt x="3886200" y="1097280"/>
                </a:cubicBezTo>
                <a:cubicBezTo>
                  <a:pt x="3901440" y="1107440"/>
                  <a:pt x="3913772" y="1125285"/>
                  <a:pt x="3931920" y="1127760"/>
                </a:cubicBezTo>
                <a:cubicBezTo>
                  <a:pt x="4027687" y="1140819"/>
                  <a:pt x="4221480" y="1143000"/>
                  <a:pt x="4221480" y="1143000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B16247-E473-453B-AC51-FE97EB43C612}"/>
              </a:ext>
            </a:extLst>
          </p:cNvPr>
          <p:cNvSpPr txBox="1"/>
          <p:nvPr/>
        </p:nvSpPr>
        <p:spPr>
          <a:xfrm>
            <a:off x="1420924" y="993089"/>
            <a:ext cx="6119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CALCULO DE MATRIZ DE RIGIDEZ PARA UN ELEMENTO VIGA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0F85B12-A309-4CB8-954C-56D4B1443FFC}"/>
              </a:ext>
            </a:extLst>
          </p:cNvPr>
          <p:cNvCxnSpPr>
            <a:cxnSpLocks/>
          </p:cNvCxnSpPr>
          <p:nvPr/>
        </p:nvCxnSpPr>
        <p:spPr>
          <a:xfrm>
            <a:off x="2326784" y="3118644"/>
            <a:ext cx="0" cy="83671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0612CDB-4FF6-476C-9A01-1917480A4D17}"/>
              </a:ext>
            </a:extLst>
          </p:cNvPr>
          <p:cNvCxnSpPr>
            <a:cxnSpLocks/>
          </p:cNvCxnSpPr>
          <p:nvPr/>
        </p:nvCxnSpPr>
        <p:spPr>
          <a:xfrm>
            <a:off x="6807128" y="3226087"/>
            <a:ext cx="0" cy="83671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B9F3313-756A-43A8-937D-08C25BCAC308}"/>
              </a:ext>
            </a:extLst>
          </p:cNvPr>
          <p:cNvCxnSpPr/>
          <p:nvPr/>
        </p:nvCxnSpPr>
        <p:spPr>
          <a:xfrm flipV="1">
            <a:off x="2326784" y="4062798"/>
            <a:ext cx="15848" cy="1093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0CF642D-BB1C-40BC-98A8-B05B7AC202AF}"/>
              </a:ext>
            </a:extLst>
          </p:cNvPr>
          <p:cNvCxnSpPr>
            <a:cxnSpLocks/>
          </p:cNvCxnSpPr>
          <p:nvPr/>
        </p:nvCxnSpPr>
        <p:spPr>
          <a:xfrm>
            <a:off x="6801370" y="4205432"/>
            <a:ext cx="0" cy="10764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CEA5FA79-5B91-45B1-AE8A-2208AE493625}"/>
              </a:ext>
            </a:extLst>
          </p:cNvPr>
          <p:cNvSpPr/>
          <p:nvPr/>
        </p:nvSpPr>
        <p:spPr>
          <a:xfrm>
            <a:off x="1691682" y="2742615"/>
            <a:ext cx="1103164" cy="1140734"/>
          </a:xfrm>
          <a:custGeom>
            <a:avLst/>
            <a:gdLst>
              <a:gd name="connsiteX0" fmla="*/ 1554480 w 1554480"/>
              <a:gd name="connsiteY0" fmla="*/ 243840 h 1663608"/>
              <a:gd name="connsiteX1" fmla="*/ 1539240 w 1554480"/>
              <a:gd name="connsiteY1" fmla="*/ 167640 h 1663608"/>
              <a:gd name="connsiteX2" fmla="*/ 1417320 w 1554480"/>
              <a:gd name="connsiteY2" fmla="*/ 76200 h 1663608"/>
              <a:gd name="connsiteX3" fmla="*/ 1371600 w 1554480"/>
              <a:gd name="connsiteY3" fmla="*/ 45720 h 1663608"/>
              <a:gd name="connsiteX4" fmla="*/ 1310640 w 1554480"/>
              <a:gd name="connsiteY4" fmla="*/ 30480 h 1663608"/>
              <a:gd name="connsiteX5" fmla="*/ 1219200 w 1554480"/>
              <a:gd name="connsiteY5" fmla="*/ 0 h 1663608"/>
              <a:gd name="connsiteX6" fmla="*/ 792480 w 1554480"/>
              <a:gd name="connsiteY6" fmla="*/ 30480 h 1663608"/>
              <a:gd name="connsiteX7" fmla="*/ 502920 w 1554480"/>
              <a:gd name="connsiteY7" fmla="*/ 182880 h 1663608"/>
              <a:gd name="connsiteX8" fmla="*/ 381000 w 1554480"/>
              <a:gd name="connsiteY8" fmla="*/ 289560 h 1663608"/>
              <a:gd name="connsiteX9" fmla="*/ 289560 w 1554480"/>
              <a:gd name="connsiteY9" fmla="*/ 381000 h 1663608"/>
              <a:gd name="connsiteX10" fmla="*/ 91440 w 1554480"/>
              <a:gd name="connsiteY10" fmla="*/ 685800 h 1663608"/>
              <a:gd name="connsiteX11" fmla="*/ 0 w 1554480"/>
              <a:gd name="connsiteY11" fmla="*/ 929640 h 1663608"/>
              <a:gd name="connsiteX12" fmla="*/ 15240 w 1554480"/>
              <a:gd name="connsiteY12" fmla="*/ 1234440 h 1663608"/>
              <a:gd name="connsiteX13" fmla="*/ 30480 w 1554480"/>
              <a:gd name="connsiteY13" fmla="*/ 1295400 h 1663608"/>
              <a:gd name="connsiteX14" fmla="*/ 60960 w 1554480"/>
              <a:gd name="connsiteY14" fmla="*/ 1341120 h 1663608"/>
              <a:gd name="connsiteX15" fmla="*/ 76200 w 1554480"/>
              <a:gd name="connsiteY15" fmla="*/ 1386840 h 1663608"/>
              <a:gd name="connsiteX16" fmla="*/ 182880 w 1554480"/>
              <a:gd name="connsiteY16" fmla="*/ 1463040 h 1663608"/>
              <a:gd name="connsiteX17" fmla="*/ 228600 w 1554480"/>
              <a:gd name="connsiteY17" fmla="*/ 1508760 h 1663608"/>
              <a:gd name="connsiteX18" fmla="*/ 274320 w 1554480"/>
              <a:gd name="connsiteY18" fmla="*/ 1524000 h 1663608"/>
              <a:gd name="connsiteX19" fmla="*/ 304800 w 1554480"/>
              <a:gd name="connsiteY19" fmla="*/ 1569720 h 1663608"/>
              <a:gd name="connsiteX20" fmla="*/ 396240 w 1554480"/>
              <a:gd name="connsiteY20" fmla="*/ 1615440 h 1663608"/>
              <a:gd name="connsiteX21" fmla="*/ 411480 w 1554480"/>
              <a:gd name="connsiteY21" fmla="*/ 1569720 h 1663608"/>
              <a:gd name="connsiteX22" fmla="*/ 396240 w 1554480"/>
              <a:gd name="connsiteY22" fmla="*/ 1524000 h 1663608"/>
              <a:gd name="connsiteX23" fmla="*/ 381000 w 1554480"/>
              <a:gd name="connsiteY23" fmla="*/ 1447800 h 1663608"/>
              <a:gd name="connsiteX24" fmla="*/ 335280 w 1554480"/>
              <a:gd name="connsiteY24" fmla="*/ 1661160 h 1663608"/>
              <a:gd name="connsiteX25" fmla="*/ 259080 w 1554480"/>
              <a:gd name="connsiteY25" fmla="*/ 1661160 h 166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54480" h="1663608">
                <a:moveTo>
                  <a:pt x="1554480" y="243840"/>
                </a:moveTo>
                <a:cubicBezTo>
                  <a:pt x="1549400" y="218440"/>
                  <a:pt x="1550824" y="190808"/>
                  <a:pt x="1539240" y="167640"/>
                </a:cubicBezTo>
                <a:cubicBezTo>
                  <a:pt x="1519806" y="128772"/>
                  <a:pt x="1447088" y="94805"/>
                  <a:pt x="1417320" y="76200"/>
                </a:cubicBezTo>
                <a:cubicBezTo>
                  <a:pt x="1401788" y="66492"/>
                  <a:pt x="1388435" y="52935"/>
                  <a:pt x="1371600" y="45720"/>
                </a:cubicBezTo>
                <a:cubicBezTo>
                  <a:pt x="1352348" y="37469"/>
                  <a:pt x="1330702" y="36499"/>
                  <a:pt x="1310640" y="30480"/>
                </a:cubicBezTo>
                <a:cubicBezTo>
                  <a:pt x="1279866" y="21248"/>
                  <a:pt x="1249680" y="10160"/>
                  <a:pt x="1219200" y="0"/>
                </a:cubicBezTo>
                <a:cubicBezTo>
                  <a:pt x="1076960" y="10160"/>
                  <a:pt x="932948" y="5898"/>
                  <a:pt x="792480" y="30480"/>
                </a:cubicBezTo>
                <a:cubicBezTo>
                  <a:pt x="688820" y="48620"/>
                  <a:pt x="584225" y="117836"/>
                  <a:pt x="502920" y="182880"/>
                </a:cubicBezTo>
                <a:cubicBezTo>
                  <a:pt x="460752" y="216614"/>
                  <a:pt x="420572" y="252815"/>
                  <a:pt x="381000" y="289560"/>
                </a:cubicBezTo>
                <a:cubicBezTo>
                  <a:pt x="349413" y="318891"/>
                  <a:pt x="318556" y="349105"/>
                  <a:pt x="289560" y="381000"/>
                </a:cubicBezTo>
                <a:cubicBezTo>
                  <a:pt x="220196" y="457301"/>
                  <a:pt x="116639" y="618603"/>
                  <a:pt x="91440" y="685800"/>
                </a:cubicBezTo>
                <a:lnTo>
                  <a:pt x="0" y="929640"/>
                </a:lnTo>
                <a:cubicBezTo>
                  <a:pt x="5080" y="1031240"/>
                  <a:pt x="6792" y="1133064"/>
                  <a:pt x="15240" y="1234440"/>
                </a:cubicBezTo>
                <a:cubicBezTo>
                  <a:pt x="16979" y="1255313"/>
                  <a:pt x="22229" y="1276148"/>
                  <a:pt x="30480" y="1295400"/>
                </a:cubicBezTo>
                <a:cubicBezTo>
                  <a:pt x="37695" y="1312235"/>
                  <a:pt x="52769" y="1324737"/>
                  <a:pt x="60960" y="1341120"/>
                </a:cubicBezTo>
                <a:cubicBezTo>
                  <a:pt x="68144" y="1355488"/>
                  <a:pt x="66863" y="1373768"/>
                  <a:pt x="76200" y="1386840"/>
                </a:cubicBezTo>
                <a:cubicBezTo>
                  <a:pt x="121400" y="1450119"/>
                  <a:pt x="125058" y="1443766"/>
                  <a:pt x="182880" y="1463040"/>
                </a:cubicBezTo>
                <a:cubicBezTo>
                  <a:pt x="198120" y="1478280"/>
                  <a:pt x="210667" y="1496805"/>
                  <a:pt x="228600" y="1508760"/>
                </a:cubicBezTo>
                <a:cubicBezTo>
                  <a:pt x="241966" y="1517671"/>
                  <a:pt x="261776" y="1513965"/>
                  <a:pt x="274320" y="1524000"/>
                </a:cubicBezTo>
                <a:cubicBezTo>
                  <a:pt x="288623" y="1535442"/>
                  <a:pt x="290147" y="1558730"/>
                  <a:pt x="304800" y="1569720"/>
                </a:cubicBezTo>
                <a:cubicBezTo>
                  <a:pt x="332062" y="1590167"/>
                  <a:pt x="365760" y="1600200"/>
                  <a:pt x="396240" y="1615440"/>
                </a:cubicBezTo>
                <a:cubicBezTo>
                  <a:pt x="401320" y="1600200"/>
                  <a:pt x="411480" y="1585784"/>
                  <a:pt x="411480" y="1569720"/>
                </a:cubicBezTo>
                <a:cubicBezTo>
                  <a:pt x="411480" y="1553656"/>
                  <a:pt x="400136" y="1539585"/>
                  <a:pt x="396240" y="1524000"/>
                </a:cubicBezTo>
                <a:cubicBezTo>
                  <a:pt x="389958" y="1498870"/>
                  <a:pt x="386080" y="1473200"/>
                  <a:pt x="381000" y="1447800"/>
                </a:cubicBezTo>
                <a:cubicBezTo>
                  <a:pt x="391048" y="1568376"/>
                  <a:pt x="453582" y="1634871"/>
                  <a:pt x="335280" y="1661160"/>
                </a:cubicBezTo>
                <a:cubicBezTo>
                  <a:pt x="310485" y="1666670"/>
                  <a:pt x="284480" y="1661160"/>
                  <a:pt x="259080" y="1661160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C852B30-4E42-49A5-8482-E53DCB76379F}"/>
              </a:ext>
            </a:extLst>
          </p:cNvPr>
          <p:cNvSpPr txBox="1"/>
          <p:nvPr/>
        </p:nvSpPr>
        <p:spPr>
          <a:xfrm>
            <a:off x="5102180" y="1926663"/>
            <a:ext cx="3759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36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6E.I/ (L</a:t>
            </a:r>
            <a:r>
              <a:rPr lang="es-EC" sz="36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36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=  k</a:t>
            </a:r>
            <a:r>
              <a:rPr lang="es-EC" sz="3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s-EC" sz="36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9CECB2C3-0B36-495D-BC4D-9F7B776D8891}"/>
              </a:ext>
            </a:extLst>
          </p:cNvPr>
          <p:cNvSpPr/>
          <p:nvPr/>
        </p:nvSpPr>
        <p:spPr>
          <a:xfrm rot="5781254">
            <a:off x="6040125" y="2618630"/>
            <a:ext cx="1317488" cy="1512972"/>
          </a:xfrm>
          <a:custGeom>
            <a:avLst/>
            <a:gdLst>
              <a:gd name="connsiteX0" fmla="*/ 1554480 w 1554480"/>
              <a:gd name="connsiteY0" fmla="*/ 243840 h 1663608"/>
              <a:gd name="connsiteX1" fmla="*/ 1539240 w 1554480"/>
              <a:gd name="connsiteY1" fmla="*/ 167640 h 1663608"/>
              <a:gd name="connsiteX2" fmla="*/ 1417320 w 1554480"/>
              <a:gd name="connsiteY2" fmla="*/ 76200 h 1663608"/>
              <a:gd name="connsiteX3" fmla="*/ 1371600 w 1554480"/>
              <a:gd name="connsiteY3" fmla="*/ 45720 h 1663608"/>
              <a:gd name="connsiteX4" fmla="*/ 1310640 w 1554480"/>
              <a:gd name="connsiteY4" fmla="*/ 30480 h 1663608"/>
              <a:gd name="connsiteX5" fmla="*/ 1219200 w 1554480"/>
              <a:gd name="connsiteY5" fmla="*/ 0 h 1663608"/>
              <a:gd name="connsiteX6" fmla="*/ 792480 w 1554480"/>
              <a:gd name="connsiteY6" fmla="*/ 30480 h 1663608"/>
              <a:gd name="connsiteX7" fmla="*/ 502920 w 1554480"/>
              <a:gd name="connsiteY7" fmla="*/ 182880 h 1663608"/>
              <a:gd name="connsiteX8" fmla="*/ 381000 w 1554480"/>
              <a:gd name="connsiteY8" fmla="*/ 289560 h 1663608"/>
              <a:gd name="connsiteX9" fmla="*/ 289560 w 1554480"/>
              <a:gd name="connsiteY9" fmla="*/ 381000 h 1663608"/>
              <a:gd name="connsiteX10" fmla="*/ 91440 w 1554480"/>
              <a:gd name="connsiteY10" fmla="*/ 685800 h 1663608"/>
              <a:gd name="connsiteX11" fmla="*/ 0 w 1554480"/>
              <a:gd name="connsiteY11" fmla="*/ 929640 h 1663608"/>
              <a:gd name="connsiteX12" fmla="*/ 15240 w 1554480"/>
              <a:gd name="connsiteY12" fmla="*/ 1234440 h 1663608"/>
              <a:gd name="connsiteX13" fmla="*/ 30480 w 1554480"/>
              <a:gd name="connsiteY13" fmla="*/ 1295400 h 1663608"/>
              <a:gd name="connsiteX14" fmla="*/ 60960 w 1554480"/>
              <a:gd name="connsiteY14" fmla="*/ 1341120 h 1663608"/>
              <a:gd name="connsiteX15" fmla="*/ 76200 w 1554480"/>
              <a:gd name="connsiteY15" fmla="*/ 1386840 h 1663608"/>
              <a:gd name="connsiteX16" fmla="*/ 182880 w 1554480"/>
              <a:gd name="connsiteY16" fmla="*/ 1463040 h 1663608"/>
              <a:gd name="connsiteX17" fmla="*/ 228600 w 1554480"/>
              <a:gd name="connsiteY17" fmla="*/ 1508760 h 1663608"/>
              <a:gd name="connsiteX18" fmla="*/ 274320 w 1554480"/>
              <a:gd name="connsiteY18" fmla="*/ 1524000 h 1663608"/>
              <a:gd name="connsiteX19" fmla="*/ 304800 w 1554480"/>
              <a:gd name="connsiteY19" fmla="*/ 1569720 h 1663608"/>
              <a:gd name="connsiteX20" fmla="*/ 396240 w 1554480"/>
              <a:gd name="connsiteY20" fmla="*/ 1615440 h 1663608"/>
              <a:gd name="connsiteX21" fmla="*/ 411480 w 1554480"/>
              <a:gd name="connsiteY21" fmla="*/ 1569720 h 1663608"/>
              <a:gd name="connsiteX22" fmla="*/ 396240 w 1554480"/>
              <a:gd name="connsiteY22" fmla="*/ 1524000 h 1663608"/>
              <a:gd name="connsiteX23" fmla="*/ 381000 w 1554480"/>
              <a:gd name="connsiteY23" fmla="*/ 1447800 h 1663608"/>
              <a:gd name="connsiteX24" fmla="*/ 335280 w 1554480"/>
              <a:gd name="connsiteY24" fmla="*/ 1661160 h 1663608"/>
              <a:gd name="connsiteX25" fmla="*/ 259080 w 1554480"/>
              <a:gd name="connsiteY25" fmla="*/ 1661160 h 166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54480" h="1663608">
                <a:moveTo>
                  <a:pt x="1554480" y="243840"/>
                </a:moveTo>
                <a:cubicBezTo>
                  <a:pt x="1549400" y="218440"/>
                  <a:pt x="1550824" y="190808"/>
                  <a:pt x="1539240" y="167640"/>
                </a:cubicBezTo>
                <a:cubicBezTo>
                  <a:pt x="1519806" y="128772"/>
                  <a:pt x="1447088" y="94805"/>
                  <a:pt x="1417320" y="76200"/>
                </a:cubicBezTo>
                <a:cubicBezTo>
                  <a:pt x="1401788" y="66492"/>
                  <a:pt x="1388435" y="52935"/>
                  <a:pt x="1371600" y="45720"/>
                </a:cubicBezTo>
                <a:cubicBezTo>
                  <a:pt x="1352348" y="37469"/>
                  <a:pt x="1330702" y="36499"/>
                  <a:pt x="1310640" y="30480"/>
                </a:cubicBezTo>
                <a:cubicBezTo>
                  <a:pt x="1279866" y="21248"/>
                  <a:pt x="1249680" y="10160"/>
                  <a:pt x="1219200" y="0"/>
                </a:cubicBezTo>
                <a:cubicBezTo>
                  <a:pt x="1076960" y="10160"/>
                  <a:pt x="932948" y="5898"/>
                  <a:pt x="792480" y="30480"/>
                </a:cubicBezTo>
                <a:cubicBezTo>
                  <a:pt x="688820" y="48620"/>
                  <a:pt x="584225" y="117836"/>
                  <a:pt x="502920" y="182880"/>
                </a:cubicBezTo>
                <a:cubicBezTo>
                  <a:pt x="460752" y="216614"/>
                  <a:pt x="420572" y="252815"/>
                  <a:pt x="381000" y="289560"/>
                </a:cubicBezTo>
                <a:cubicBezTo>
                  <a:pt x="349413" y="318891"/>
                  <a:pt x="318556" y="349105"/>
                  <a:pt x="289560" y="381000"/>
                </a:cubicBezTo>
                <a:cubicBezTo>
                  <a:pt x="220196" y="457301"/>
                  <a:pt x="116639" y="618603"/>
                  <a:pt x="91440" y="685800"/>
                </a:cubicBezTo>
                <a:lnTo>
                  <a:pt x="0" y="929640"/>
                </a:lnTo>
                <a:cubicBezTo>
                  <a:pt x="5080" y="1031240"/>
                  <a:pt x="6792" y="1133064"/>
                  <a:pt x="15240" y="1234440"/>
                </a:cubicBezTo>
                <a:cubicBezTo>
                  <a:pt x="16979" y="1255313"/>
                  <a:pt x="22229" y="1276148"/>
                  <a:pt x="30480" y="1295400"/>
                </a:cubicBezTo>
                <a:cubicBezTo>
                  <a:pt x="37695" y="1312235"/>
                  <a:pt x="52769" y="1324737"/>
                  <a:pt x="60960" y="1341120"/>
                </a:cubicBezTo>
                <a:cubicBezTo>
                  <a:pt x="68144" y="1355488"/>
                  <a:pt x="66863" y="1373768"/>
                  <a:pt x="76200" y="1386840"/>
                </a:cubicBezTo>
                <a:cubicBezTo>
                  <a:pt x="121400" y="1450119"/>
                  <a:pt x="125058" y="1443766"/>
                  <a:pt x="182880" y="1463040"/>
                </a:cubicBezTo>
                <a:cubicBezTo>
                  <a:pt x="198120" y="1478280"/>
                  <a:pt x="210667" y="1496805"/>
                  <a:pt x="228600" y="1508760"/>
                </a:cubicBezTo>
                <a:cubicBezTo>
                  <a:pt x="241966" y="1517671"/>
                  <a:pt x="261776" y="1513965"/>
                  <a:pt x="274320" y="1524000"/>
                </a:cubicBezTo>
                <a:cubicBezTo>
                  <a:pt x="288623" y="1535442"/>
                  <a:pt x="290147" y="1558730"/>
                  <a:pt x="304800" y="1569720"/>
                </a:cubicBezTo>
                <a:cubicBezTo>
                  <a:pt x="332062" y="1590167"/>
                  <a:pt x="365760" y="1600200"/>
                  <a:pt x="396240" y="1615440"/>
                </a:cubicBezTo>
                <a:cubicBezTo>
                  <a:pt x="401320" y="1600200"/>
                  <a:pt x="411480" y="1585784"/>
                  <a:pt x="411480" y="1569720"/>
                </a:cubicBezTo>
                <a:cubicBezTo>
                  <a:pt x="411480" y="1553656"/>
                  <a:pt x="400136" y="1539585"/>
                  <a:pt x="396240" y="1524000"/>
                </a:cubicBezTo>
                <a:cubicBezTo>
                  <a:pt x="389958" y="1498870"/>
                  <a:pt x="386080" y="1473200"/>
                  <a:pt x="381000" y="1447800"/>
                </a:cubicBezTo>
                <a:cubicBezTo>
                  <a:pt x="391048" y="1568376"/>
                  <a:pt x="453582" y="1634871"/>
                  <a:pt x="335280" y="1661160"/>
                </a:cubicBezTo>
                <a:cubicBezTo>
                  <a:pt x="310485" y="1666670"/>
                  <a:pt x="284480" y="1661160"/>
                  <a:pt x="259080" y="1661160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5030A15C-3CC8-4733-935B-C59692024425}"/>
              </a:ext>
            </a:extLst>
          </p:cNvPr>
          <p:cNvSpPr/>
          <p:nvPr/>
        </p:nvSpPr>
        <p:spPr>
          <a:xfrm>
            <a:off x="4311872" y="2636683"/>
            <a:ext cx="168688" cy="1737360"/>
          </a:xfrm>
          <a:custGeom>
            <a:avLst/>
            <a:gdLst>
              <a:gd name="connsiteX0" fmla="*/ 138208 w 168688"/>
              <a:gd name="connsiteY0" fmla="*/ 0 h 1737360"/>
              <a:gd name="connsiteX1" fmla="*/ 46768 w 168688"/>
              <a:gd name="connsiteY1" fmla="*/ 106680 h 1737360"/>
              <a:gd name="connsiteX2" fmla="*/ 92488 w 168688"/>
              <a:gd name="connsiteY2" fmla="*/ 243840 h 1737360"/>
              <a:gd name="connsiteX3" fmla="*/ 77248 w 168688"/>
              <a:gd name="connsiteY3" fmla="*/ 335280 h 1737360"/>
              <a:gd name="connsiteX4" fmla="*/ 31528 w 168688"/>
              <a:gd name="connsiteY4" fmla="*/ 472440 h 1737360"/>
              <a:gd name="connsiteX5" fmla="*/ 107728 w 168688"/>
              <a:gd name="connsiteY5" fmla="*/ 624840 h 1737360"/>
              <a:gd name="connsiteX6" fmla="*/ 77248 w 168688"/>
              <a:gd name="connsiteY6" fmla="*/ 792480 h 1737360"/>
              <a:gd name="connsiteX7" fmla="*/ 31528 w 168688"/>
              <a:gd name="connsiteY7" fmla="*/ 883920 h 1737360"/>
              <a:gd name="connsiteX8" fmla="*/ 16288 w 168688"/>
              <a:gd name="connsiteY8" fmla="*/ 944880 h 1737360"/>
              <a:gd name="connsiteX9" fmla="*/ 31528 w 168688"/>
              <a:gd name="connsiteY9" fmla="*/ 1082040 h 1737360"/>
              <a:gd name="connsiteX10" fmla="*/ 62008 w 168688"/>
              <a:gd name="connsiteY10" fmla="*/ 1371600 h 1737360"/>
              <a:gd name="connsiteX11" fmla="*/ 168688 w 168688"/>
              <a:gd name="connsiteY11" fmla="*/ 1447800 h 1737360"/>
              <a:gd name="connsiteX12" fmla="*/ 46768 w 168688"/>
              <a:gd name="connsiteY12" fmla="*/ 1569720 h 1737360"/>
              <a:gd name="connsiteX13" fmla="*/ 1048 w 168688"/>
              <a:gd name="connsiteY13" fmla="*/ 1630680 h 1737360"/>
              <a:gd name="connsiteX14" fmla="*/ 31528 w 168688"/>
              <a:gd name="connsiteY14" fmla="*/ 1691640 h 1737360"/>
              <a:gd name="connsiteX15" fmla="*/ 107728 w 168688"/>
              <a:gd name="connsiteY15" fmla="*/ 1722120 h 1737360"/>
              <a:gd name="connsiteX16" fmla="*/ 138208 w 168688"/>
              <a:gd name="connsiteY16" fmla="*/ 1737360 h 173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8688" h="1737360">
                <a:moveTo>
                  <a:pt x="138208" y="0"/>
                </a:moveTo>
                <a:cubicBezTo>
                  <a:pt x="90946" y="28357"/>
                  <a:pt x="36030" y="36881"/>
                  <a:pt x="46768" y="106680"/>
                </a:cubicBezTo>
                <a:cubicBezTo>
                  <a:pt x="54096" y="154313"/>
                  <a:pt x="92488" y="243840"/>
                  <a:pt x="92488" y="243840"/>
                </a:cubicBezTo>
                <a:cubicBezTo>
                  <a:pt x="87408" y="274320"/>
                  <a:pt x="85210" y="305423"/>
                  <a:pt x="77248" y="335280"/>
                </a:cubicBezTo>
                <a:cubicBezTo>
                  <a:pt x="64830" y="381846"/>
                  <a:pt x="31528" y="424247"/>
                  <a:pt x="31528" y="472440"/>
                </a:cubicBezTo>
                <a:cubicBezTo>
                  <a:pt x="31528" y="516553"/>
                  <a:pt x="80849" y="584521"/>
                  <a:pt x="107728" y="624840"/>
                </a:cubicBezTo>
                <a:cubicBezTo>
                  <a:pt x="97568" y="680720"/>
                  <a:pt x="93274" y="737992"/>
                  <a:pt x="77248" y="792480"/>
                </a:cubicBezTo>
                <a:cubicBezTo>
                  <a:pt x="67632" y="825173"/>
                  <a:pt x="44184" y="852280"/>
                  <a:pt x="31528" y="883920"/>
                </a:cubicBezTo>
                <a:cubicBezTo>
                  <a:pt x="23749" y="903367"/>
                  <a:pt x="21368" y="924560"/>
                  <a:pt x="16288" y="944880"/>
                </a:cubicBezTo>
                <a:cubicBezTo>
                  <a:pt x="21368" y="990600"/>
                  <a:pt x="33946" y="1036102"/>
                  <a:pt x="31528" y="1082040"/>
                </a:cubicBezTo>
                <a:cubicBezTo>
                  <a:pt x="23154" y="1241146"/>
                  <a:pt x="-50818" y="1228004"/>
                  <a:pt x="62008" y="1371600"/>
                </a:cubicBezTo>
                <a:cubicBezTo>
                  <a:pt x="89007" y="1405962"/>
                  <a:pt x="133128" y="1422400"/>
                  <a:pt x="168688" y="1447800"/>
                </a:cubicBezTo>
                <a:cubicBezTo>
                  <a:pt x="128048" y="1488440"/>
                  <a:pt x="85604" y="1527353"/>
                  <a:pt x="46768" y="1569720"/>
                </a:cubicBezTo>
                <a:cubicBezTo>
                  <a:pt x="29605" y="1588444"/>
                  <a:pt x="4198" y="1605476"/>
                  <a:pt x="1048" y="1630680"/>
                </a:cubicBezTo>
                <a:cubicBezTo>
                  <a:pt x="-1770" y="1653223"/>
                  <a:pt x="14279" y="1676855"/>
                  <a:pt x="31528" y="1691640"/>
                </a:cubicBezTo>
                <a:cubicBezTo>
                  <a:pt x="52299" y="1709443"/>
                  <a:pt x="82583" y="1711344"/>
                  <a:pt x="107728" y="1722120"/>
                </a:cubicBezTo>
                <a:cubicBezTo>
                  <a:pt x="118169" y="1726595"/>
                  <a:pt x="128048" y="1732280"/>
                  <a:pt x="138208" y="1737360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FC9B366-6159-442A-98A7-F07CAECEFDAC}"/>
              </a:ext>
            </a:extLst>
          </p:cNvPr>
          <p:cNvCxnSpPr>
            <a:cxnSpLocks/>
          </p:cNvCxnSpPr>
          <p:nvPr/>
        </p:nvCxnSpPr>
        <p:spPr>
          <a:xfrm flipV="1">
            <a:off x="2692951" y="3174610"/>
            <a:ext cx="15848" cy="36238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A47404-63CA-452F-96ED-F0885067D498}"/>
              </a:ext>
            </a:extLst>
          </p:cNvPr>
          <p:cNvSpPr txBox="1"/>
          <p:nvPr/>
        </p:nvSpPr>
        <p:spPr>
          <a:xfrm>
            <a:off x="2829627" y="3599727"/>
            <a:ext cx="1006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s-EC" sz="2800" b="1" i="1" baseline="-25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DA2A060-5E9A-4CED-9E24-DA10E4E9D8EA}"/>
              </a:ext>
            </a:extLst>
          </p:cNvPr>
          <p:cNvCxnSpPr/>
          <p:nvPr/>
        </p:nvCxnSpPr>
        <p:spPr>
          <a:xfrm>
            <a:off x="2243264" y="3861337"/>
            <a:ext cx="9605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970C921-3790-4C0C-BFA8-B90D2B731C37}"/>
              </a:ext>
            </a:extLst>
          </p:cNvPr>
          <p:cNvCxnSpPr/>
          <p:nvPr/>
        </p:nvCxnSpPr>
        <p:spPr>
          <a:xfrm>
            <a:off x="3611416" y="3861337"/>
            <a:ext cx="9605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F215D87-19C0-43EA-A26F-0E699424DF53}"/>
              </a:ext>
            </a:extLst>
          </p:cNvPr>
          <p:cNvSpPr txBox="1"/>
          <p:nvPr/>
        </p:nvSpPr>
        <p:spPr>
          <a:xfrm>
            <a:off x="2258016" y="3454838"/>
            <a:ext cx="641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97BD912-EAC6-48A1-84C0-510E934D85B8}"/>
              </a:ext>
            </a:extLst>
          </p:cNvPr>
          <p:cNvSpPr txBox="1"/>
          <p:nvPr/>
        </p:nvSpPr>
        <p:spPr>
          <a:xfrm>
            <a:off x="5344402" y="4343841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-12E.I/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5CF406C-6FA2-4C58-8289-BE3A69C69E41}"/>
              </a:ext>
            </a:extLst>
          </p:cNvPr>
          <p:cNvSpPr txBox="1"/>
          <p:nvPr/>
        </p:nvSpPr>
        <p:spPr>
          <a:xfrm>
            <a:off x="24368" y="1810457"/>
            <a:ext cx="432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= 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s-EC" sz="28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411D125-C5EB-49DF-ADDA-CFB29872CC39}"/>
              </a:ext>
            </a:extLst>
          </p:cNvPr>
          <p:cNvSpPr txBox="1"/>
          <p:nvPr/>
        </p:nvSpPr>
        <p:spPr>
          <a:xfrm>
            <a:off x="6232061" y="3577438"/>
            <a:ext cx="641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2679CA0-BB3A-4FA9-A95A-9E7CFF7B51DB}"/>
              </a:ext>
            </a:extLst>
          </p:cNvPr>
          <p:cNvSpPr txBox="1"/>
          <p:nvPr/>
        </p:nvSpPr>
        <p:spPr>
          <a:xfrm>
            <a:off x="683569" y="5116736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61888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D422B93-86A6-42CF-8EE5-FF80064529AA}"/>
              </a:ext>
            </a:extLst>
          </p:cNvPr>
          <p:cNvCxnSpPr>
            <a:cxnSpLocks/>
            <a:endCxn id="4" idx="39"/>
          </p:cNvCxnSpPr>
          <p:nvPr/>
        </p:nvCxnSpPr>
        <p:spPr>
          <a:xfrm>
            <a:off x="2342632" y="3572435"/>
            <a:ext cx="4464496" cy="7200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DCA0D8F9-F9E2-448A-866B-AAF54DEB0E61}"/>
              </a:ext>
            </a:extLst>
          </p:cNvPr>
          <p:cNvSpPr/>
          <p:nvPr/>
        </p:nvSpPr>
        <p:spPr>
          <a:xfrm>
            <a:off x="2342632" y="2807731"/>
            <a:ext cx="4464496" cy="836711"/>
          </a:xfrm>
          <a:custGeom>
            <a:avLst/>
            <a:gdLst>
              <a:gd name="connsiteX0" fmla="*/ 0 w 4221480"/>
              <a:gd name="connsiteY0" fmla="*/ 533400 h 1143000"/>
              <a:gd name="connsiteX1" fmla="*/ 76200 w 4221480"/>
              <a:gd name="connsiteY1" fmla="*/ 502920 h 1143000"/>
              <a:gd name="connsiteX2" fmla="*/ 121920 w 4221480"/>
              <a:gd name="connsiteY2" fmla="*/ 487680 h 1143000"/>
              <a:gd name="connsiteX3" fmla="*/ 198120 w 4221480"/>
              <a:gd name="connsiteY3" fmla="*/ 426720 h 1143000"/>
              <a:gd name="connsiteX4" fmla="*/ 259080 w 4221480"/>
              <a:gd name="connsiteY4" fmla="*/ 381000 h 1143000"/>
              <a:gd name="connsiteX5" fmla="*/ 289560 w 4221480"/>
              <a:gd name="connsiteY5" fmla="*/ 335280 h 1143000"/>
              <a:gd name="connsiteX6" fmla="*/ 365760 w 4221480"/>
              <a:gd name="connsiteY6" fmla="*/ 304800 h 1143000"/>
              <a:gd name="connsiteX7" fmla="*/ 426720 w 4221480"/>
              <a:gd name="connsiteY7" fmla="*/ 243840 h 1143000"/>
              <a:gd name="connsiteX8" fmla="*/ 502920 w 4221480"/>
              <a:gd name="connsiteY8" fmla="*/ 213360 h 1143000"/>
              <a:gd name="connsiteX9" fmla="*/ 563880 w 4221480"/>
              <a:gd name="connsiteY9" fmla="*/ 182880 h 1143000"/>
              <a:gd name="connsiteX10" fmla="*/ 701040 w 4221480"/>
              <a:gd name="connsiteY10" fmla="*/ 121920 h 1143000"/>
              <a:gd name="connsiteX11" fmla="*/ 746760 w 4221480"/>
              <a:gd name="connsiteY11" fmla="*/ 91440 h 1143000"/>
              <a:gd name="connsiteX12" fmla="*/ 853440 w 4221480"/>
              <a:gd name="connsiteY12" fmla="*/ 76200 h 1143000"/>
              <a:gd name="connsiteX13" fmla="*/ 1005840 w 4221480"/>
              <a:gd name="connsiteY13" fmla="*/ 30480 h 1143000"/>
              <a:gd name="connsiteX14" fmla="*/ 1203960 w 4221480"/>
              <a:gd name="connsiteY14" fmla="*/ 0 h 1143000"/>
              <a:gd name="connsiteX15" fmla="*/ 1569720 w 4221480"/>
              <a:gd name="connsiteY15" fmla="*/ 15240 h 1143000"/>
              <a:gd name="connsiteX16" fmla="*/ 1767840 w 4221480"/>
              <a:gd name="connsiteY16" fmla="*/ 60960 h 1143000"/>
              <a:gd name="connsiteX17" fmla="*/ 1935480 w 4221480"/>
              <a:gd name="connsiteY17" fmla="*/ 91440 h 1143000"/>
              <a:gd name="connsiteX18" fmla="*/ 2026920 w 4221480"/>
              <a:gd name="connsiteY18" fmla="*/ 137160 h 1143000"/>
              <a:gd name="connsiteX19" fmla="*/ 2118360 w 4221480"/>
              <a:gd name="connsiteY19" fmla="*/ 167640 h 1143000"/>
              <a:gd name="connsiteX20" fmla="*/ 2164080 w 4221480"/>
              <a:gd name="connsiteY20" fmla="*/ 198120 h 1143000"/>
              <a:gd name="connsiteX21" fmla="*/ 2286000 w 4221480"/>
              <a:gd name="connsiteY21" fmla="*/ 289560 h 1143000"/>
              <a:gd name="connsiteX22" fmla="*/ 2346960 w 4221480"/>
              <a:gd name="connsiteY22" fmla="*/ 335280 h 1143000"/>
              <a:gd name="connsiteX23" fmla="*/ 2423160 w 4221480"/>
              <a:gd name="connsiteY23" fmla="*/ 396240 h 1143000"/>
              <a:gd name="connsiteX24" fmla="*/ 2514600 w 4221480"/>
              <a:gd name="connsiteY24" fmla="*/ 457200 h 1143000"/>
              <a:gd name="connsiteX25" fmla="*/ 2575560 w 4221480"/>
              <a:gd name="connsiteY25" fmla="*/ 502920 h 1143000"/>
              <a:gd name="connsiteX26" fmla="*/ 2743200 w 4221480"/>
              <a:gd name="connsiteY26" fmla="*/ 594360 h 1143000"/>
              <a:gd name="connsiteX27" fmla="*/ 2834640 w 4221480"/>
              <a:gd name="connsiteY27" fmla="*/ 670560 h 1143000"/>
              <a:gd name="connsiteX28" fmla="*/ 2926080 w 4221480"/>
              <a:gd name="connsiteY28" fmla="*/ 701040 h 1143000"/>
              <a:gd name="connsiteX29" fmla="*/ 3017520 w 4221480"/>
              <a:gd name="connsiteY29" fmla="*/ 762000 h 1143000"/>
              <a:gd name="connsiteX30" fmla="*/ 3200400 w 4221480"/>
              <a:gd name="connsiteY30" fmla="*/ 822960 h 1143000"/>
              <a:gd name="connsiteX31" fmla="*/ 3352800 w 4221480"/>
              <a:gd name="connsiteY31" fmla="*/ 899160 h 1143000"/>
              <a:gd name="connsiteX32" fmla="*/ 3413760 w 4221480"/>
              <a:gd name="connsiteY32" fmla="*/ 944880 h 1143000"/>
              <a:gd name="connsiteX33" fmla="*/ 3505200 w 4221480"/>
              <a:gd name="connsiteY33" fmla="*/ 975360 h 1143000"/>
              <a:gd name="connsiteX34" fmla="*/ 3611880 w 4221480"/>
              <a:gd name="connsiteY34" fmla="*/ 1021080 h 1143000"/>
              <a:gd name="connsiteX35" fmla="*/ 3672840 w 4221480"/>
              <a:gd name="connsiteY35" fmla="*/ 1036320 h 1143000"/>
              <a:gd name="connsiteX36" fmla="*/ 3733800 w 4221480"/>
              <a:gd name="connsiteY36" fmla="*/ 1066800 h 1143000"/>
              <a:gd name="connsiteX37" fmla="*/ 3886200 w 4221480"/>
              <a:gd name="connsiteY37" fmla="*/ 1097280 h 1143000"/>
              <a:gd name="connsiteX38" fmla="*/ 3931920 w 4221480"/>
              <a:gd name="connsiteY38" fmla="*/ 1127760 h 1143000"/>
              <a:gd name="connsiteX39" fmla="*/ 4221480 w 4221480"/>
              <a:gd name="connsiteY39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221480" h="1143000">
                <a:moveTo>
                  <a:pt x="0" y="533400"/>
                </a:moveTo>
                <a:cubicBezTo>
                  <a:pt x="25400" y="523240"/>
                  <a:pt x="50585" y="512526"/>
                  <a:pt x="76200" y="502920"/>
                </a:cubicBezTo>
                <a:cubicBezTo>
                  <a:pt x="91242" y="497279"/>
                  <a:pt x="109376" y="497715"/>
                  <a:pt x="121920" y="487680"/>
                </a:cubicBezTo>
                <a:cubicBezTo>
                  <a:pt x="220397" y="408898"/>
                  <a:pt x="83202" y="465026"/>
                  <a:pt x="198120" y="426720"/>
                </a:cubicBezTo>
                <a:cubicBezTo>
                  <a:pt x="218440" y="411480"/>
                  <a:pt x="241119" y="398961"/>
                  <a:pt x="259080" y="381000"/>
                </a:cubicBezTo>
                <a:cubicBezTo>
                  <a:pt x="272032" y="368048"/>
                  <a:pt x="274655" y="345926"/>
                  <a:pt x="289560" y="335280"/>
                </a:cubicBezTo>
                <a:cubicBezTo>
                  <a:pt x="311821" y="319379"/>
                  <a:pt x="340360" y="314960"/>
                  <a:pt x="365760" y="304800"/>
                </a:cubicBezTo>
                <a:cubicBezTo>
                  <a:pt x="386080" y="284480"/>
                  <a:pt x="402810" y="259780"/>
                  <a:pt x="426720" y="243840"/>
                </a:cubicBezTo>
                <a:cubicBezTo>
                  <a:pt x="449482" y="228665"/>
                  <a:pt x="477921" y="224471"/>
                  <a:pt x="502920" y="213360"/>
                </a:cubicBezTo>
                <a:cubicBezTo>
                  <a:pt x="523680" y="204133"/>
                  <a:pt x="543253" y="192400"/>
                  <a:pt x="563880" y="182880"/>
                </a:cubicBezTo>
                <a:cubicBezTo>
                  <a:pt x="609307" y="161914"/>
                  <a:pt x="656290" y="144295"/>
                  <a:pt x="701040" y="121920"/>
                </a:cubicBezTo>
                <a:cubicBezTo>
                  <a:pt x="717423" y="113729"/>
                  <a:pt x="729216" y="96703"/>
                  <a:pt x="746760" y="91440"/>
                </a:cubicBezTo>
                <a:cubicBezTo>
                  <a:pt x="781166" y="81118"/>
                  <a:pt x="818098" y="82626"/>
                  <a:pt x="853440" y="76200"/>
                </a:cubicBezTo>
                <a:cubicBezTo>
                  <a:pt x="942131" y="60074"/>
                  <a:pt x="899803" y="56989"/>
                  <a:pt x="1005840" y="30480"/>
                </a:cubicBezTo>
                <a:cubicBezTo>
                  <a:pt x="1034034" y="23432"/>
                  <a:pt x="1181401" y="3223"/>
                  <a:pt x="1203960" y="0"/>
                </a:cubicBezTo>
                <a:cubicBezTo>
                  <a:pt x="1325880" y="5080"/>
                  <a:pt x="1447964" y="7123"/>
                  <a:pt x="1569720" y="15240"/>
                </a:cubicBezTo>
                <a:cubicBezTo>
                  <a:pt x="1666126" y="21667"/>
                  <a:pt x="1669165" y="39815"/>
                  <a:pt x="1767840" y="60960"/>
                </a:cubicBezTo>
                <a:cubicBezTo>
                  <a:pt x="1811548" y="70326"/>
                  <a:pt x="1888480" y="72640"/>
                  <a:pt x="1935480" y="91440"/>
                </a:cubicBezTo>
                <a:cubicBezTo>
                  <a:pt x="1967120" y="104096"/>
                  <a:pt x="1995464" y="124053"/>
                  <a:pt x="2026920" y="137160"/>
                </a:cubicBezTo>
                <a:cubicBezTo>
                  <a:pt x="2056577" y="149517"/>
                  <a:pt x="2089000" y="154591"/>
                  <a:pt x="2118360" y="167640"/>
                </a:cubicBezTo>
                <a:cubicBezTo>
                  <a:pt x="2135098" y="175079"/>
                  <a:pt x="2149267" y="187347"/>
                  <a:pt x="2164080" y="198120"/>
                </a:cubicBezTo>
                <a:cubicBezTo>
                  <a:pt x="2205164" y="227999"/>
                  <a:pt x="2245360" y="259080"/>
                  <a:pt x="2286000" y="289560"/>
                </a:cubicBezTo>
                <a:cubicBezTo>
                  <a:pt x="2306320" y="304800"/>
                  <a:pt x="2326910" y="319686"/>
                  <a:pt x="2346960" y="335280"/>
                </a:cubicBezTo>
                <a:cubicBezTo>
                  <a:pt x="2372636" y="355250"/>
                  <a:pt x="2396095" y="378197"/>
                  <a:pt x="2423160" y="396240"/>
                </a:cubicBezTo>
                <a:cubicBezTo>
                  <a:pt x="2453640" y="416560"/>
                  <a:pt x="2484590" y="436193"/>
                  <a:pt x="2514600" y="457200"/>
                </a:cubicBezTo>
                <a:cubicBezTo>
                  <a:pt x="2535408" y="471766"/>
                  <a:pt x="2553356" y="490585"/>
                  <a:pt x="2575560" y="502920"/>
                </a:cubicBezTo>
                <a:cubicBezTo>
                  <a:pt x="2737392" y="592826"/>
                  <a:pt x="2559876" y="456867"/>
                  <a:pt x="2743200" y="594360"/>
                </a:cubicBezTo>
                <a:cubicBezTo>
                  <a:pt x="2774941" y="618166"/>
                  <a:pt x="2800369" y="650568"/>
                  <a:pt x="2834640" y="670560"/>
                </a:cubicBezTo>
                <a:cubicBezTo>
                  <a:pt x="2862392" y="686749"/>
                  <a:pt x="2897343" y="686672"/>
                  <a:pt x="2926080" y="701040"/>
                </a:cubicBezTo>
                <a:cubicBezTo>
                  <a:pt x="2958845" y="717423"/>
                  <a:pt x="2984045" y="747122"/>
                  <a:pt x="3017520" y="762000"/>
                </a:cubicBezTo>
                <a:cubicBezTo>
                  <a:pt x="3076239" y="788097"/>
                  <a:pt x="3142926" y="794223"/>
                  <a:pt x="3200400" y="822960"/>
                </a:cubicBezTo>
                <a:cubicBezTo>
                  <a:pt x="3251200" y="848360"/>
                  <a:pt x="3307363" y="865082"/>
                  <a:pt x="3352800" y="899160"/>
                </a:cubicBezTo>
                <a:cubicBezTo>
                  <a:pt x="3373120" y="914400"/>
                  <a:pt x="3391042" y="933521"/>
                  <a:pt x="3413760" y="944880"/>
                </a:cubicBezTo>
                <a:cubicBezTo>
                  <a:pt x="3442497" y="959248"/>
                  <a:pt x="3475213" y="963826"/>
                  <a:pt x="3505200" y="975360"/>
                </a:cubicBezTo>
                <a:cubicBezTo>
                  <a:pt x="3541309" y="989248"/>
                  <a:pt x="3575521" y="1007859"/>
                  <a:pt x="3611880" y="1021080"/>
                </a:cubicBezTo>
                <a:cubicBezTo>
                  <a:pt x="3631564" y="1028238"/>
                  <a:pt x="3653228" y="1028966"/>
                  <a:pt x="3672840" y="1036320"/>
                </a:cubicBezTo>
                <a:cubicBezTo>
                  <a:pt x="3694112" y="1044297"/>
                  <a:pt x="3711956" y="1060559"/>
                  <a:pt x="3733800" y="1066800"/>
                </a:cubicBezTo>
                <a:cubicBezTo>
                  <a:pt x="3783613" y="1081032"/>
                  <a:pt x="3886200" y="1097280"/>
                  <a:pt x="3886200" y="1097280"/>
                </a:cubicBezTo>
                <a:cubicBezTo>
                  <a:pt x="3901440" y="1107440"/>
                  <a:pt x="3913772" y="1125285"/>
                  <a:pt x="3931920" y="1127760"/>
                </a:cubicBezTo>
                <a:cubicBezTo>
                  <a:pt x="4027687" y="1140819"/>
                  <a:pt x="4221480" y="1143000"/>
                  <a:pt x="4221480" y="1143000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B16247-E473-453B-AC51-FE97EB43C612}"/>
              </a:ext>
            </a:extLst>
          </p:cNvPr>
          <p:cNvSpPr txBox="1"/>
          <p:nvPr/>
        </p:nvSpPr>
        <p:spPr>
          <a:xfrm>
            <a:off x="1420924" y="993089"/>
            <a:ext cx="6119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CALCULO DE MATRIZ DE RIGIDEZ PARA UN ELEMENTO VIGA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0F85B12-A309-4CB8-954C-56D4B1443FFC}"/>
              </a:ext>
            </a:extLst>
          </p:cNvPr>
          <p:cNvCxnSpPr>
            <a:cxnSpLocks/>
          </p:cNvCxnSpPr>
          <p:nvPr/>
        </p:nvCxnSpPr>
        <p:spPr>
          <a:xfrm>
            <a:off x="2326784" y="3118644"/>
            <a:ext cx="0" cy="83671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0612CDB-4FF6-476C-9A01-1917480A4D17}"/>
              </a:ext>
            </a:extLst>
          </p:cNvPr>
          <p:cNvCxnSpPr>
            <a:cxnSpLocks/>
          </p:cNvCxnSpPr>
          <p:nvPr/>
        </p:nvCxnSpPr>
        <p:spPr>
          <a:xfrm>
            <a:off x="6807128" y="3226087"/>
            <a:ext cx="0" cy="83671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B9F3313-756A-43A8-937D-08C25BCAC308}"/>
              </a:ext>
            </a:extLst>
          </p:cNvPr>
          <p:cNvCxnSpPr/>
          <p:nvPr/>
        </p:nvCxnSpPr>
        <p:spPr>
          <a:xfrm flipV="1">
            <a:off x="2326784" y="4062798"/>
            <a:ext cx="15848" cy="1093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0CF642D-BB1C-40BC-98A8-B05B7AC202AF}"/>
              </a:ext>
            </a:extLst>
          </p:cNvPr>
          <p:cNvCxnSpPr/>
          <p:nvPr/>
        </p:nvCxnSpPr>
        <p:spPr>
          <a:xfrm flipV="1">
            <a:off x="6801370" y="4156382"/>
            <a:ext cx="15848" cy="1093813"/>
          </a:xfrm>
          <a:prstGeom prst="straightConnector1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CEA5FA79-5B91-45B1-AE8A-2208AE493625}"/>
              </a:ext>
            </a:extLst>
          </p:cNvPr>
          <p:cNvSpPr/>
          <p:nvPr/>
        </p:nvSpPr>
        <p:spPr>
          <a:xfrm>
            <a:off x="1691682" y="2742615"/>
            <a:ext cx="1103164" cy="1140734"/>
          </a:xfrm>
          <a:custGeom>
            <a:avLst/>
            <a:gdLst>
              <a:gd name="connsiteX0" fmla="*/ 1554480 w 1554480"/>
              <a:gd name="connsiteY0" fmla="*/ 243840 h 1663608"/>
              <a:gd name="connsiteX1" fmla="*/ 1539240 w 1554480"/>
              <a:gd name="connsiteY1" fmla="*/ 167640 h 1663608"/>
              <a:gd name="connsiteX2" fmla="*/ 1417320 w 1554480"/>
              <a:gd name="connsiteY2" fmla="*/ 76200 h 1663608"/>
              <a:gd name="connsiteX3" fmla="*/ 1371600 w 1554480"/>
              <a:gd name="connsiteY3" fmla="*/ 45720 h 1663608"/>
              <a:gd name="connsiteX4" fmla="*/ 1310640 w 1554480"/>
              <a:gd name="connsiteY4" fmla="*/ 30480 h 1663608"/>
              <a:gd name="connsiteX5" fmla="*/ 1219200 w 1554480"/>
              <a:gd name="connsiteY5" fmla="*/ 0 h 1663608"/>
              <a:gd name="connsiteX6" fmla="*/ 792480 w 1554480"/>
              <a:gd name="connsiteY6" fmla="*/ 30480 h 1663608"/>
              <a:gd name="connsiteX7" fmla="*/ 502920 w 1554480"/>
              <a:gd name="connsiteY7" fmla="*/ 182880 h 1663608"/>
              <a:gd name="connsiteX8" fmla="*/ 381000 w 1554480"/>
              <a:gd name="connsiteY8" fmla="*/ 289560 h 1663608"/>
              <a:gd name="connsiteX9" fmla="*/ 289560 w 1554480"/>
              <a:gd name="connsiteY9" fmla="*/ 381000 h 1663608"/>
              <a:gd name="connsiteX10" fmla="*/ 91440 w 1554480"/>
              <a:gd name="connsiteY10" fmla="*/ 685800 h 1663608"/>
              <a:gd name="connsiteX11" fmla="*/ 0 w 1554480"/>
              <a:gd name="connsiteY11" fmla="*/ 929640 h 1663608"/>
              <a:gd name="connsiteX12" fmla="*/ 15240 w 1554480"/>
              <a:gd name="connsiteY12" fmla="*/ 1234440 h 1663608"/>
              <a:gd name="connsiteX13" fmla="*/ 30480 w 1554480"/>
              <a:gd name="connsiteY13" fmla="*/ 1295400 h 1663608"/>
              <a:gd name="connsiteX14" fmla="*/ 60960 w 1554480"/>
              <a:gd name="connsiteY14" fmla="*/ 1341120 h 1663608"/>
              <a:gd name="connsiteX15" fmla="*/ 76200 w 1554480"/>
              <a:gd name="connsiteY15" fmla="*/ 1386840 h 1663608"/>
              <a:gd name="connsiteX16" fmla="*/ 182880 w 1554480"/>
              <a:gd name="connsiteY16" fmla="*/ 1463040 h 1663608"/>
              <a:gd name="connsiteX17" fmla="*/ 228600 w 1554480"/>
              <a:gd name="connsiteY17" fmla="*/ 1508760 h 1663608"/>
              <a:gd name="connsiteX18" fmla="*/ 274320 w 1554480"/>
              <a:gd name="connsiteY18" fmla="*/ 1524000 h 1663608"/>
              <a:gd name="connsiteX19" fmla="*/ 304800 w 1554480"/>
              <a:gd name="connsiteY19" fmla="*/ 1569720 h 1663608"/>
              <a:gd name="connsiteX20" fmla="*/ 396240 w 1554480"/>
              <a:gd name="connsiteY20" fmla="*/ 1615440 h 1663608"/>
              <a:gd name="connsiteX21" fmla="*/ 411480 w 1554480"/>
              <a:gd name="connsiteY21" fmla="*/ 1569720 h 1663608"/>
              <a:gd name="connsiteX22" fmla="*/ 396240 w 1554480"/>
              <a:gd name="connsiteY22" fmla="*/ 1524000 h 1663608"/>
              <a:gd name="connsiteX23" fmla="*/ 381000 w 1554480"/>
              <a:gd name="connsiteY23" fmla="*/ 1447800 h 1663608"/>
              <a:gd name="connsiteX24" fmla="*/ 335280 w 1554480"/>
              <a:gd name="connsiteY24" fmla="*/ 1661160 h 1663608"/>
              <a:gd name="connsiteX25" fmla="*/ 259080 w 1554480"/>
              <a:gd name="connsiteY25" fmla="*/ 1661160 h 166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54480" h="1663608">
                <a:moveTo>
                  <a:pt x="1554480" y="243840"/>
                </a:moveTo>
                <a:cubicBezTo>
                  <a:pt x="1549400" y="218440"/>
                  <a:pt x="1550824" y="190808"/>
                  <a:pt x="1539240" y="167640"/>
                </a:cubicBezTo>
                <a:cubicBezTo>
                  <a:pt x="1519806" y="128772"/>
                  <a:pt x="1447088" y="94805"/>
                  <a:pt x="1417320" y="76200"/>
                </a:cubicBezTo>
                <a:cubicBezTo>
                  <a:pt x="1401788" y="66492"/>
                  <a:pt x="1388435" y="52935"/>
                  <a:pt x="1371600" y="45720"/>
                </a:cubicBezTo>
                <a:cubicBezTo>
                  <a:pt x="1352348" y="37469"/>
                  <a:pt x="1330702" y="36499"/>
                  <a:pt x="1310640" y="30480"/>
                </a:cubicBezTo>
                <a:cubicBezTo>
                  <a:pt x="1279866" y="21248"/>
                  <a:pt x="1249680" y="10160"/>
                  <a:pt x="1219200" y="0"/>
                </a:cubicBezTo>
                <a:cubicBezTo>
                  <a:pt x="1076960" y="10160"/>
                  <a:pt x="932948" y="5898"/>
                  <a:pt x="792480" y="30480"/>
                </a:cubicBezTo>
                <a:cubicBezTo>
                  <a:pt x="688820" y="48620"/>
                  <a:pt x="584225" y="117836"/>
                  <a:pt x="502920" y="182880"/>
                </a:cubicBezTo>
                <a:cubicBezTo>
                  <a:pt x="460752" y="216614"/>
                  <a:pt x="420572" y="252815"/>
                  <a:pt x="381000" y="289560"/>
                </a:cubicBezTo>
                <a:cubicBezTo>
                  <a:pt x="349413" y="318891"/>
                  <a:pt x="318556" y="349105"/>
                  <a:pt x="289560" y="381000"/>
                </a:cubicBezTo>
                <a:cubicBezTo>
                  <a:pt x="220196" y="457301"/>
                  <a:pt x="116639" y="618603"/>
                  <a:pt x="91440" y="685800"/>
                </a:cubicBezTo>
                <a:lnTo>
                  <a:pt x="0" y="929640"/>
                </a:lnTo>
                <a:cubicBezTo>
                  <a:pt x="5080" y="1031240"/>
                  <a:pt x="6792" y="1133064"/>
                  <a:pt x="15240" y="1234440"/>
                </a:cubicBezTo>
                <a:cubicBezTo>
                  <a:pt x="16979" y="1255313"/>
                  <a:pt x="22229" y="1276148"/>
                  <a:pt x="30480" y="1295400"/>
                </a:cubicBezTo>
                <a:cubicBezTo>
                  <a:pt x="37695" y="1312235"/>
                  <a:pt x="52769" y="1324737"/>
                  <a:pt x="60960" y="1341120"/>
                </a:cubicBezTo>
                <a:cubicBezTo>
                  <a:pt x="68144" y="1355488"/>
                  <a:pt x="66863" y="1373768"/>
                  <a:pt x="76200" y="1386840"/>
                </a:cubicBezTo>
                <a:cubicBezTo>
                  <a:pt x="121400" y="1450119"/>
                  <a:pt x="125058" y="1443766"/>
                  <a:pt x="182880" y="1463040"/>
                </a:cubicBezTo>
                <a:cubicBezTo>
                  <a:pt x="198120" y="1478280"/>
                  <a:pt x="210667" y="1496805"/>
                  <a:pt x="228600" y="1508760"/>
                </a:cubicBezTo>
                <a:cubicBezTo>
                  <a:pt x="241966" y="1517671"/>
                  <a:pt x="261776" y="1513965"/>
                  <a:pt x="274320" y="1524000"/>
                </a:cubicBezTo>
                <a:cubicBezTo>
                  <a:pt x="288623" y="1535442"/>
                  <a:pt x="290147" y="1558730"/>
                  <a:pt x="304800" y="1569720"/>
                </a:cubicBezTo>
                <a:cubicBezTo>
                  <a:pt x="332062" y="1590167"/>
                  <a:pt x="365760" y="1600200"/>
                  <a:pt x="396240" y="1615440"/>
                </a:cubicBezTo>
                <a:cubicBezTo>
                  <a:pt x="401320" y="1600200"/>
                  <a:pt x="411480" y="1585784"/>
                  <a:pt x="411480" y="1569720"/>
                </a:cubicBezTo>
                <a:cubicBezTo>
                  <a:pt x="411480" y="1553656"/>
                  <a:pt x="400136" y="1539585"/>
                  <a:pt x="396240" y="1524000"/>
                </a:cubicBezTo>
                <a:cubicBezTo>
                  <a:pt x="389958" y="1498870"/>
                  <a:pt x="386080" y="1473200"/>
                  <a:pt x="381000" y="1447800"/>
                </a:cubicBezTo>
                <a:cubicBezTo>
                  <a:pt x="391048" y="1568376"/>
                  <a:pt x="453582" y="1634871"/>
                  <a:pt x="335280" y="1661160"/>
                </a:cubicBezTo>
                <a:cubicBezTo>
                  <a:pt x="310485" y="1666670"/>
                  <a:pt x="284480" y="1661160"/>
                  <a:pt x="259080" y="1661160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C852B30-4E42-49A5-8482-E53DCB76379F}"/>
              </a:ext>
            </a:extLst>
          </p:cNvPr>
          <p:cNvSpPr txBox="1"/>
          <p:nvPr/>
        </p:nvSpPr>
        <p:spPr>
          <a:xfrm>
            <a:off x="6785522" y="2230148"/>
            <a:ext cx="1006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s-EC" sz="36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9CECB2C3-0B36-495D-BC4D-9F7B776D8891}"/>
              </a:ext>
            </a:extLst>
          </p:cNvPr>
          <p:cNvSpPr/>
          <p:nvPr/>
        </p:nvSpPr>
        <p:spPr>
          <a:xfrm rot="5781254">
            <a:off x="6040125" y="2618630"/>
            <a:ext cx="1317488" cy="1512972"/>
          </a:xfrm>
          <a:custGeom>
            <a:avLst/>
            <a:gdLst>
              <a:gd name="connsiteX0" fmla="*/ 1554480 w 1554480"/>
              <a:gd name="connsiteY0" fmla="*/ 243840 h 1663608"/>
              <a:gd name="connsiteX1" fmla="*/ 1539240 w 1554480"/>
              <a:gd name="connsiteY1" fmla="*/ 167640 h 1663608"/>
              <a:gd name="connsiteX2" fmla="*/ 1417320 w 1554480"/>
              <a:gd name="connsiteY2" fmla="*/ 76200 h 1663608"/>
              <a:gd name="connsiteX3" fmla="*/ 1371600 w 1554480"/>
              <a:gd name="connsiteY3" fmla="*/ 45720 h 1663608"/>
              <a:gd name="connsiteX4" fmla="*/ 1310640 w 1554480"/>
              <a:gd name="connsiteY4" fmla="*/ 30480 h 1663608"/>
              <a:gd name="connsiteX5" fmla="*/ 1219200 w 1554480"/>
              <a:gd name="connsiteY5" fmla="*/ 0 h 1663608"/>
              <a:gd name="connsiteX6" fmla="*/ 792480 w 1554480"/>
              <a:gd name="connsiteY6" fmla="*/ 30480 h 1663608"/>
              <a:gd name="connsiteX7" fmla="*/ 502920 w 1554480"/>
              <a:gd name="connsiteY7" fmla="*/ 182880 h 1663608"/>
              <a:gd name="connsiteX8" fmla="*/ 381000 w 1554480"/>
              <a:gd name="connsiteY8" fmla="*/ 289560 h 1663608"/>
              <a:gd name="connsiteX9" fmla="*/ 289560 w 1554480"/>
              <a:gd name="connsiteY9" fmla="*/ 381000 h 1663608"/>
              <a:gd name="connsiteX10" fmla="*/ 91440 w 1554480"/>
              <a:gd name="connsiteY10" fmla="*/ 685800 h 1663608"/>
              <a:gd name="connsiteX11" fmla="*/ 0 w 1554480"/>
              <a:gd name="connsiteY11" fmla="*/ 929640 h 1663608"/>
              <a:gd name="connsiteX12" fmla="*/ 15240 w 1554480"/>
              <a:gd name="connsiteY12" fmla="*/ 1234440 h 1663608"/>
              <a:gd name="connsiteX13" fmla="*/ 30480 w 1554480"/>
              <a:gd name="connsiteY13" fmla="*/ 1295400 h 1663608"/>
              <a:gd name="connsiteX14" fmla="*/ 60960 w 1554480"/>
              <a:gd name="connsiteY14" fmla="*/ 1341120 h 1663608"/>
              <a:gd name="connsiteX15" fmla="*/ 76200 w 1554480"/>
              <a:gd name="connsiteY15" fmla="*/ 1386840 h 1663608"/>
              <a:gd name="connsiteX16" fmla="*/ 182880 w 1554480"/>
              <a:gd name="connsiteY16" fmla="*/ 1463040 h 1663608"/>
              <a:gd name="connsiteX17" fmla="*/ 228600 w 1554480"/>
              <a:gd name="connsiteY17" fmla="*/ 1508760 h 1663608"/>
              <a:gd name="connsiteX18" fmla="*/ 274320 w 1554480"/>
              <a:gd name="connsiteY18" fmla="*/ 1524000 h 1663608"/>
              <a:gd name="connsiteX19" fmla="*/ 304800 w 1554480"/>
              <a:gd name="connsiteY19" fmla="*/ 1569720 h 1663608"/>
              <a:gd name="connsiteX20" fmla="*/ 396240 w 1554480"/>
              <a:gd name="connsiteY20" fmla="*/ 1615440 h 1663608"/>
              <a:gd name="connsiteX21" fmla="*/ 411480 w 1554480"/>
              <a:gd name="connsiteY21" fmla="*/ 1569720 h 1663608"/>
              <a:gd name="connsiteX22" fmla="*/ 396240 w 1554480"/>
              <a:gd name="connsiteY22" fmla="*/ 1524000 h 1663608"/>
              <a:gd name="connsiteX23" fmla="*/ 381000 w 1554480"/>
              <a:gd name="connsiteY23" fmla="*/ 1447800 h 1663608"/>
              <a:gd name="connsiteX24" fmla="*/ 335280 w 1554480"/>
              <a:gd name="connsiteY24" fmla="*/ 1661160 h 1663608"/>
              <a:gd name="connsiteX25" fmla="*/ 259080 w 1554480"/>
              <a:gd name="connsiteY25" fmla="*/ 1661160 h 166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54480" h="1663608">
                <a:moveTo>
                  <a:pt x="1554480" y="243840"/>
                </a:moveTo>
                <a:cubicBezTo>
                  <a:pt x="1549400" y="218440"/>
                  <a:pt x="1550824" y="190808"/>
                  <a:pt x="1539240" y="167640"/>
                </a:cubicBezTo>
                <a:cubicBezTo>
                  <a:pt x="1519806" y="128772"/>
                  <a:pt x="1447088" y="94805"/>
                  <a:pt x="1417320" y="76200"/>
                </a:cubicBezTo>
                <a:cubicBezTo>
                  <a:pt x="1401788" y="66492"/>
                  <a:pt x="1388435" y="52935"/>
                  <a:pt x="1371600" y="45720"/>
                </a:cubicBezTo>
                <a:cubicBezTo>
                  <a:pt x="1352348" y="37469"/>
                  <a:pt x="1330702" y="36499"/>
                  <a:pt x="1310640" y="30480"/>
                </a:cubicBezTo>
                <a:cubicBezTo>
                  <a:pt x="1279866" y="21248"/>
                  <a:pt x="1249680" y="10160"/>
                  <a:pt x="1219200" y="0"/>
                </a:cubicBezTo>
                <a:cubicBezTo>
                  <a:pt x="1076960" y="10160"/>
                  <a:pt x="932948" y="5898"/>
                  <a:pt x="792480" y="30480"/>
                </a:cubicBezTo>
                <a:cubicBezTo>
                  <a:pt x="688820" y="48620"/>
                  <a:pt x="584225" y="117836"/>
                  <a:pt x="502920" y="182880"/>
                </a:cubicBezTo>
                <a:cubicBezTo>
                  <a:pt x="460752" y="216614"/>
                  <a:pt x="420572" y="252815"/>
                  <a:pt x="381000" y="289560"/>
                </a:cubicBezTo>
                <a:cubicBezTo>
                  <a:pt x="349413" y="318891"/>
                  <a:pt x="318556" y="349105"/>
                  <a:pt x="289560" y="381000"/>
                </a:cubicBezTo>
                <a:cubicBezTo>
                  <a:pt x="220196" y="457301"/>
                  <a:pt x="116639" y="618603"/>
                  <a:pt x="91440" y="685800"/>
                </a:cubicBezTo>
                <a:lnTo>
                  <a:pt x="0" y="929640"/>
                </a:lnTo>
                <a:cubicBezTo>
                  <a:pt x="5080" y="1031240"/>
                  <a:pt x="6792" y="1133064"/>
                  <a:pt x="15240" y="1234440"/>
                </a:cubicBezTo>
                <a:cubicBezTo>
                  <a:pt x="16979" y="1255313"/>
                  <a:pt x="22229" y="1276148"/>
                  <a:pt x="30480" y="1295400"/>
                </a:cubicBezTo>
                <a:cubicBezTo>
                  <a:pt x="37695" y="1312235"/>
                  <a:pt x="52769" y="1324737"/>
                  <a:pt x="60960" y="1341120"/>
                </a:cubicBezTo>
                <a:cubicBezTo>
                  <a:pt x="68144" y="1355488"/>
                  <a:pt x="66863" y="1373768"/>
                  <a:pt x="76200" y="1386840"/>
                </a:cubicBezTo>
                <a:cubicBezTo>
                  <a:pt x="121400" y="1450119"/>
                  <a:pt x="125058" y="1443766"/>
                  <a:pt x="182880" y="1463040"/>
                </a:cubicBezTo>
                <a:cubicBezTo>
                  <a:pt x="198120" y="1478280"/>
                  <a:pt x="210667" y="1496805"/>
                  <a:pt x="228600" y="1508760"/>
                </a:cubicBezTo>
                <a:cubicBezTo>
                  <a:pt x="241966" y="1517671"/>
                  <a:pt x="261776" y="1513965"/>
                  <a:pt x="274320" y="1524000"/>
                </a:cubicBezTo>
                <a:cubicBezTo>
                  <a:pt x="288623" y="1535442"/>
                  <a:pt x="290147" y="1558730"/>
                  <a:pt x="304800" y="1569720"/>
                </a:cubicBezTo>
                <a:cubicBezTo>
                  <a:pt x="332062" y="1590167"/>
                  <a:pt x="365760" y="1600200"/>
                  <a:pt x="396240" y="1615440"/>
                </a:cubicBezTo>
                <a:cubicBezTo>
                  <a:pt x="401320" y="1600200"/>
                  <a:pt x="411480" y="1585784"/>
                  <a:pt x="411480" y="1569720"/>
                </a:cubicBezTo>
                <a:cubicBezTo>
                  <a:pt x="411480" y="1553656"/>
                  <a:pt x="400136" y="1539585"/>
                  <a:pt x="396240" y="1524000"/>
                </a:cubicBezTo>
                <a:cubicBezTo>
                  <a:pt x="389958" y="1498870"/>
                  <a:pt x="386080" y="1473200"/>
                  <a:pt x="381000" y="1447800"/>
                </a:cubicBezTo>
                <a:cubicBezTo>
                  <a:pt x="391048" y="1568376"/>
                  <a:pt x="453582" y="1634871"/>
                  <a:pt x="335280" y="1661160"/>
                </a:cubicBezTo>
                <a:cubicBezTo>
                  <a:pt x="310485" y="1666670"/>
                  <a:pt x="284480" y="1661160"/>
                  <a:pt x="259080" y="1661160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5030A15C-3CC8-4733-935B-C59692024425}"/>
              </a:ext>
            </a:extLst>
          </p:cNvPr>
          <p:cNvSpPr/>
          <p:nvPr/>
        </p:nvSpPr>
        <p:spPr>
          <a:xfrm>
            <a:off x="4311872" y="2636683"/>
            <a:ext cx="168688" cy="1737360"/>
          </a:xfrm>
          <a:custGeom>
            <a:avLst/>
            <a:gdLst>
              <a:gd name="connsiteX0" fmla="*/ 138208 w 168688"/>
              <a:gd name="connsiteY0" fmla="*/ 0 h 1737360"/>
              <a:gd name="connsiteX1" fmla="*/ 46768 w 168688"/>
              <a:gd name="connsiteY1" fmla="*/ 106680 h 1737360"/>
              <a:gd name="connsiteX2" fmla="*/ 92488 w 168688"/>
              <a:gd name="connsiteY2" fmla="*/ 243840 h 1737360"/>
              <a:gd name="connsiteX3" fmla="*/ 77248 w 168688"/>
              <a:gd name="connsiteY3" fmla="*/ 335280 h 1737360"/>
              <a:gd name="connsiteX4" fmla="*/ 31528 w 168688"/>
              <a:gd name="connsiteY4" fmla="*/ 472440 h 1737360"/>
              <a:gd name="connsiteX5" fmla="*/ 107728 w 168688"/>
              <a:gd name="connsiteY5" fmla="*/ 624840 h 1737360"/>
              <a:gd name="connsiteX6" fmla="*/ 77248 w 168688"/>
              <a:gd name="connsiteY6" fmla="*/ 792480 h 1737360"/>
              <a:gd name="connsiteX7" fmla="*/ 31528 w 168688"/>
              <a:gd name="connsiteY7" fmla="*/ 883920 h 1737360"/>
              <a:gd name="connsiteX8" fmla="*/ 16288 w 168688"/>
              <a:gd name="connsiteY8" fmla="*/ 944880 h 1737360"/>
              <a:gd name="connsiteX9" fmla="*/ 31528 w 168688"/>
              <a:gd name="connsiteY9" fmla="*/ 1082040 h 1737360"/>
              <a:gd name="connsiteX10" fmla="*/ 62008 w 168688"/>
              <a:gd name="connsiteY10" fmla="*/ 1371600 h 1737360"/>
              <a:gd name="connsiteX11" fmla="*/ 168688 w 168688"/>
              <a:gd name="connsiteY11" fmla="*/ 1447800 h 1737360"/>
              <a:gd name="connsiteX12" fmla="*/ 46768 w 168688"/>
              <a:gd name="connsiteY12" fmla="*/ 1569720 h 1737360"/>
              <a:gd name="connsiteX13" fmla="*/ 1048 w 168688"/>
              <a:gd name="connsiteY13" fmla="*/ 1630680 h 1737360"/>
              <a:gd name="connsiteX14" fmla="*/ 31528 w 168688"/>
              <a:gd name="connsiteY14" fmla="*/ 1691640 h 1737360"/>
              <a:gd name="connsiteX15" fmla="*/ 107728 w 168688"/>
              <a:gd name="connsiteY15" fmla="*/ 1722120 h 1737360"/>
              <a:gd name="connsiteX16" fmla="*/ 138208 w 168688"/>
              <a:gd name="connsiteY16" fmla="*/ 1737360 h 173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8688" h="1737360">
                <a:moveTo>
                  <a:pt x="138208" y="0"/>
                </a:moveTo>
                <a:cubicBezTo>
                  <a:pt x="90946" y="28357"/>
                  <a:pt x="36030" y="36881"/>
                  <a:pt x="46768" y="106680"/>
                </a:cubicBezTo>
                <a:cubicBezTo>
                  <a:pt x="54096" y="154313"/>
                  <a:pt x="92488" y="243840"/>
                  <a:pt x="92488" y="243840"/>
                </a:cubicBezTo>
                <a:cubicBezTo>
                  <a:pt x="87408" y="274320"/>
                  <a:pt x="85210" y="305423"/>
                  <a:pt x="77248" y="335280"/>
                </a:cubicBezTo>
                <a:cubicBezTo>
                  <a:pt x="64830" y="381846"/>
                  <a:pt x="31528" y="424247"/>
                  <a:pt x="31528" y="472440"/>
                </a:cubicBezTo>
                <a:cubicBezTo>
                  <a:pt x="31528" y="516553"/>
                  <a:pt x="80849" y="584521"/>
                  <a:pt x="107728" y="624840"/>
                </a:cubicBezTo>
                <a:cubicBezTo>
                  <a:pt x="97568" y="680720"/>
                  <a:pt x="93274" y="737992"/>
                  <a:pt x="77248" y="792480"/>
                </a:cubicBezTo>
                <a:cubicBezTo>
                  <a:pt x="67632" y="825173"/>
                  <a:pt x="44184" y="852280"/>
                  <a:pt x="31528" y="883920"/>
                </a:cubicBezTo>
                <a:cubicBezTo>
                  <a:pt x="23749" y="903367"/>
                  <a:pt x="21368" y="924560"/>
                  <a:pt x="16288" y="944880"/>
                </a:cubicBezTo>
                <a:cubicBezTo>
                  <a:pt x="21368" y="990600"/>
                  <a:pt x="33946" y="1036102"/>
                  <a:pt x="31528" y="1082040"/>
                </a:cubicBezTo>
                <a:cubicBezTo>
                  <a:pt x="23154" y="1241146"/>
                  <a:pt x="-50818" y="1228004"/>
                  <a:pt x="62008" y="1371600"/>
                </a:cubicBezTo>
                <a:cubicBezTo>
                  <a:pt x="89007" y="1405962"/>
                  <a:pt x="133128" y="1422400"/>
                  <a:pt x="168688" y="1447800"/>
                </a:cubicBezTo>
                <a:cubicBezTo>
                  <a:pt x="128048" y="1488440"/>
                  <a:pt x="85604" y="1527353"/>
                  <a:pt x="46768" y="1569720"/>
                </a:cubicBezTo>
                <a:cubicBezTo>
                  <a:pt x="29605" y="1588444"/>
                  <a:pt x="4198" y="1605476"/>
                  <a:pt x="1048" y="1630680"/>
                </a:cubicBezTo>
                <a:cubicBezTo>
                  <a:pt x="-1770" y="1653223"/>
                  <a:pt x="14279" y="1676855"/>
                  <a:pt x="31528" y="1691640"/>
                </a:cubicBezTo>
                <a:cubicBezTo>
                  <a:pt x="52299" y="1709443"/>
                  <a:pt x="82583" y="1711344"/>
                  <a:pt x="107728" y="1722120"/>
                </a:cubicBezTo>
                <a:cubicBezTo>
                  <a:pt x="118169" y="1726595"/>
                  <a:pt x="128048" y="1732280"/>
                  <a:pt x="138208" y="1737360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FC9B366-6159-442A-98A7-F07CAECEFDAC}"/>
              </a:ext>
            </a:extLst>
          </p:cNvPr>
          <p:cNvCxnSpPr>
            <a:cxnSpLocks/>
          </p:cNvCxnSpPr>
          <p:nvPr/>
        </p:nvCxnSpPr>
        <p:spPr>
          <a:xfrm flipV="1">
            <a:off x="2692951" y="3174610"/>
            <a:ext cx="15848" cy="36238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A47404-63CA-452F-96ED-F0885067D498}"/>
              </a:ext>
            </a:extLst>
          </p:cNvPr>
          <p:cNvSpPr txBox="1"/>
          <p:nvPr/>
        </p:nvSpPr>
        <p:spPr>
          <a:xfrm>
            <a:off x="2829627" y="3599727"/>
            <a:ext cx="1006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s-EC" sz="2800" b="1" i="1" baseline="-25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DA2A060-5E9A-4CED-9E24-DA10E4E9D8EA}"/>
              </a:ext>
            </a:extLst>
          </p:cNvPr>
          <p:cNvCxnSpPr/>
          <p:nvPr/>
        </p:nvCxnSpPr>
        <p:spPr>
          <a:xfrm>
            <a:off x="2243264" y="3861337"/>
            <a:ext cx="9605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970C921-3790-4C0C-BFA8-B90D2B731C37}"/>
              </a:ext>
            </a:extLst>
          </p:cNvPr>
          <p:cNvCxnSpPr/>
          <p:nvPr/>
        </p:nvCxnSpPr>
        <p:spPr>
          <a:xfrm>
            <a:off x="3611416" y="3861337"/>
            <a:ext cx="9605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F215D87-19C0-43EA-A26F-0E699424DF53}"/>
              </a:ext>
            </a:extLst>
          </p:cNvPr>
          <p:cNvSpPr txBox="1"/>
          <p:nvPr/>
        </p:nvSpPr>
        <p:spPr>
          <a:xfrm>
            <a:off x="683569" y="5116736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5CF406C-6FA2-4C58-8289-BE3A69C69E41}"/>
              </a:ext>
            </a:extLst>
          </p:cNvPr>
          <p:cNvSpPr txBox="1"/>
          <p:nvPr/>
        </p:nvSpPr>
        <p:spPr>
          <a:xfrm>
            <a:off x="24368" y="1810457"/>
            <a:ext cx="432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=  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s-EC" sz="28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710FD5E-B005-4824-8D0C-E70C9C55413E}"/>
              </a:ext>
            </a:extLst>
          </p:cNvPr>
          <p:cNvSpPr txBox="1"/>
          <p:nvPr/>
        </p:nvSpPr>
        <p:spPr>
          <a:xfrm>
            <a:off x="53033" y="5918161"/>
            <a:ext cx="5821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3200" b="1" i="1" dirty="0">
                <a:solidFill>
                  <a:prstClr val="black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SM</a:t>
            </a:r>
            <a:r>
              <a:rPr lang="es-EC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EC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k</a:t>
            </a:r>
            <a:r>
              <a:rPr lang="es-EC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es-EC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-12E.I/ (L</a:t>
            </a:r>
            <a:r>
              <a:rPr lang="es-EC" sz="32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)*L+ k</a:t>
            </a:r>
            <a:r>
              <a:rPr lang="es-EC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s-EC" sz="3200" b="1" i="1" dirty="0">
              <a:solidFill>
                <a:prstClr val="black"/>
              </a:solidFill>
              <a:latin typeface="Symbol" panose="05050102010706020507" pitchFamily="18" charset="2"/>
              <a:cs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938F324-50C7-448D-89D3-EC446B952FC3}"/>
              </a:ext>
            </a:extLst>
          </p:cNvPr>
          <p:cNvSpPr txBox="1"/>
          <p:nvPr/>
        </p:nvSpPr>
        <p:spPr>
          <a:xfrm>
            <a:off x="4873002" y="5214012"/>
            <a:ext cx="3888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C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-12E.I/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52F7B2A-00D7-4A30-9AA7-E898E221E75E}"/>
              </a:ext>
            </a:extLst>
          </p:cNvPr>
          <p:cNvSpPr txBox="1"/>
          <p:nvPr/>
        </p:nvSpPr>
        <p:spPr>
          <a:xfrm>
            <a:off x="5918609" y="6055102"/>
            <a:ext cx="2861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6E.I/ (L</a:t>
            </a:r>
            <a:r>
              <a:rPr lang="es-EC" sz="2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s-MX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28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s-EC" sz="28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756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B130FF9-DC1B-4FC7-8B85-5D2C22F11976}"/>
              </a:ext>
            </a:extLst>
          </p:cNvPr>
          <p:cNvSpPr txBox="1"/>
          <p:nvPr/>
        </p:nvSpPr>
        <p:spPr>
          <a:xfrm>
            <a:off x="1411410" y="373571"/>
            <a:ext cx="576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 DE LA PRIMERA COLUMNA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AF92E1-E569-477E-A1E2-C10E56F8580B}"/>
              </a:ext>
            </a:extLst>
          </p:cNvPr>
          <p:cNvSpPr txBox="1"/>
          <p:nvPr/>
        </p:nvSpPr>
        <p:spPr>
          <a:xfrm>
            <a:off x="1619672" y="1881119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EC81BB-0C67-47DF-8323-6281DA4B79C2}"/>
              </a:ext>
            </a:extLst>
          </p:cNvPr>
          <p:cNvSpPr txBox="1"/>
          <p:nvPr/>
        </p:nvSpPr>
        <p:spPr>
          <a:xfrm>
            <a:off x="1572705" y="2535982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11B9E0-AB55-4AE9-A506-C1F329AB682F}"/>
              </a:ext>
            </a:extLst>
          </p:cNvPr>
          <p:cNvSpPr txBox="1"/>
          <p:nvPr/>
        </p:nvSpPr>
        <p:spPr>
          <a:xfrm>
            <a:off x="1553898" y="4236744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93E642-372B-4502-9156-0F592941DAC4}"/>
              </a:ext>
            </a:extLst>
          </p:cNvPr>
          <p:cNvSpPr txBox="1"/>
          <p:nvPr/>
        </p:nvSpPr>
        <p:spPr>
          <a:xfrm>
            <a:off x="1600865" y="3322182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5E7F92-39A4-4661-A4E5-7D1E0EBE0B4F}"/>
              </a:ext>
            </a:extLst>
          </p:cNvPr>
          <p:cNvSpPr txBox="1"/>
          <p:nvPr/>
        </p:nvSpPr>
        <p:spPr>
          <a:xfrm>
            <a:off x="3995936" y="1988840"/>
            <a:ext cx="142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12E.I/ (L</a:t>
            </a:r>
            <a:r>
              <a:rPr lang="es-EC" sz="1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s-EC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ACE4A7-945B-44C6-B331-7603AC8505AE}"/>
              </a:ext>
            </a:extLst>
          </p:cNvPr>
          <p:cNvSpPr txBox="1"/>
          <p:nvPr/>
        </p:nvSpPr>
        <p:spPr>
          <a:xfrm>
            <a:off x="3995936" y="2703026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6E.I/ (L</a:t>
            </a:r>
            <a:r>
              <a:rPr lang="es-EC" sz="1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s-EC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1C5D17-CED8-4E9E-8F80-EBCB448C1930}"/>
              </a:ext>
            </a:extLst>
          </p:cNvPr>
          <p:cNvSpPr txBox="1"/>
          <p:nvPr/>
        </p:nvSpPr>
        <p:spPr>
          <a:xfrm>
            <a:off x="3827552" y="3537625"/>
            <a:ext cx="142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-12E.I/ (L</a:t>
            </a:r>
            <a:r>
              <a:rPr lang="es-EC" sz="1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s-EC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BE2D1D7-F629-4AB4-90F2-B5E9FE02126B}"/>
              </a:ext>
            </a:extLst>
          </p:cNvPr>
          <p:cNvSpPr txBox="1"/>
          <p:nvPr/>
        </p:nvSpPr>
        <p:spPr>
          <a:xfrm>
            <a:off x="3949864" y="4452187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6E.I/ (L</a:t>
            </a:r>
            <a:r>
              <a:rPr lang="es-EC" sz="1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03761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2">
            <a:extLst>
              <a:ext uri="{FF2B5EF4-FFF2-40B4-BE49-F238E27FC236}">
                <a16:creationId xmlns:a16="http://schemas.microsoft.com/office/drawing/2014/main" id="{2798CE63-2033-4F44-B7A1-8A57D4C77D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122" y="0"/>
            <a:ext cx="795878" cy="151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FE077CD-B80F-4497-8EBA-AFA8503533A4}"/>
              </a:ext>
            </a:extLst>
          </p:cNvPr>
          <p:cNvSpPr txBox="1"/>
          <p:nvPr/>
        </p:nvSpPr>
        <p:spPr>
          <a:xfrm>
            <a:off x="1691680" y="1050504"/>
            <a:ext cx="576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C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 DE LA PRIMERA COLUMNA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2B9A20F-2617-4A16-B599-08B2AA5568DC}"/>
              </a:ext>
            </a:extLst>
          </p:cNvPr>
          <p:cNvSpPr txBox="1"/>
          <p:nvPr/>
        </p:nvSpPr>
        <p:spPr>
          <a:xfrm>
            <a:off x="2195736" y="2601199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CA7981D-6BD3-4591-9541-81E45C7C3CFC}"/>
              </a:ext>
            </a:extLst>
          </p:cNvPr>
          <p:cNvSpPr txBox="1"/>
          <p:nvPr/>
        </p:nvSpPr>
        <p:spPr>
          <a:xfrm>
            <a:off x="2148769" y="3256062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17DD031-63DB-40D7-8945-EAE9168FE7FA}"/>
              </a:ext>
            </a:extLst>
          </p:cNvPr>
          <p:cNvSpPr txBox="1"/>
          <p:nvPr/>
        </p:nvSpPr>
        <p:spPr>
          <a:xfrm>
            <a:off x="2129962" y="4956824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20C471B-A199-40AF-9C77-77D0814B0F35}"/>
              </a:ext>
            </a:extLst>
          </p:cNvPr>
          <p:cNvSpPr txBox="1"/>
          <p:nvPr/>
        </p:nvSpPr>
        <p:spPr>
          <a:xfrm>
            <a:off x="2176929" y="4042262"/>
            <a:ext cx="100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MX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s-EC" sz="3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77D19FC-B569-43C1-8756-ABDFA24AFA98}"/>
              </a:ext>
            </a:extLst>
          </p:cNvPr>
          <p:cNvSpPr txBox="1"/>
          <p:nvPr/>
        </p:nvSpPr>
        <p:spPr>
          <a:xfrm>
            <a:off x="4572000" y="2708920"/>
            <a:ext cx="142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12E.I/ (L</a:t>
            </a:r>
            <a:r>
              <a:rPr lang="es-EC" sz="1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s-EC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C987608-786F-4437-A483-2E7C04649789}"/>
              </a:ext>
            </a:extLst>
          </p:cNvPr>
          <p:cNvSpPr txBox="1"/>
          <p:nvPr/>
        </p:nvSpPr>
        <p:spPr>
          <a:xfrm>
            <a:off x="4572000" y="3423106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6E.I/ (L</a:t>
            </a:r>
            <a:r>
              <a:rPr lang="es-EC" sz="1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s-EC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4746B7D-4958-40E6-8456-974C19211454}"/>
              </a:ext>
            </a:extLst>
          </p:cNvPr>
          <p:cNvSpPr txBox="1"/>
          <p:nvPr/>
        </p:nvSpPr>
        <p:spPr>
          <a:xfrm>
            <a:off x="4403616" y="4257705"/>
            <a:ext cx="142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-12E.I/ (L</a:t>
            </a:r>
            <a:r>
              <a:rPr lang="es-EC" sz="1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s-EC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B5B6D5B-0A05-45FB-A619-00A4D5366ADB}"/>
              </a:ext>
            </a:extLst>
          </p:cNvPr>
          <p:cNvSpPr txBox="1"/>
          <p:nvPr/>
        </p:nvSpPr>
        <p:spPr>
          <a:xfrm>
            <a:off x="4525928" y="5172267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6E.I/ (L</a:t>
            </a:r>
            <a:r>
              <a:rPr lang="es-EC" sz="1800" b="1" i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C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20888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56536B39-81EF-4D1A-898C-D16729BA5E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10" t="61467" r="18337" b="24266"/>
          <a:stretch/>
        </p:blipFill>
        <p:spPr>
          <a:xfrm>
            <a:off x="-76125" y="965115"/>
            <a:ext cx="9144000" cy="3960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11560" y="0"/>
            <a:ext cx="36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C" dirty="0">
              <a:solidFill>
                <a:prstClr val="black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CE5B5E0-4898-4A46-BA1B-64CC31DAE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23" y="0"/>
            <a:ext cx="2152650" cy="14954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37576C1-B58F-4BBC-BABC-1C9B0007D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350" y="5332296"/>
            <a:ext cx="2152650" cy="14954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E13A46D-FFF5-4704-97F6-ECA2BE605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62" y="4126865"/>
            <a:ext cx="2851170" cy="241086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C7087D3-FC6D-4036-A9F9-2F37EB5D4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3846" y="0"/>
            <a:ext cx="1521544" cy="1819671"/>
          </a:xfrm>
          <a:prstGeom prst="rect">
            <a:avLst/>
          </a:prstGeom>
        </p:spPr>
      </p:pic>
      <p:pic>
        <p:nvPicPr>
          <p:cNvPr id="12" name="6 Imagen">
            <a:extLst>
              <a:ext uri="{FF2B5EF4-FFF2-40B4-BE49-F238E27FC236}">
                <a16:creationId xmlns:a16="http://schemas.microsoft.com/office/drawing/2014/main" id="{E15AB5F8-AC65-4FA4-B920-3003AF570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3" t="19135" r="64021" b="52007"/>
          <a:stretch>
            <a:fillRect/>
          </a:stretch>
        </p:blipFill>
        <p:spPr bwMode="auto">
          <a:xfrm>
            <a:off x="4167323" y="296109"/>
            <a:ext cx="1331640" cy="133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83CCB99A-A22B-4DE4-800B-AEBDD65A0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420" y="4675175"/>
            <a:ext cx="1515278" cy="1819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72230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2743</TotalTime>
  <Words>741</Words>
  <Application>Microsoft Office PowerPoint</Application>
  <PresentationFormat>Presentación en pantalla (4:3)</PresentationFormat>
  <Paragraphs>145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Daniela Marcillo</cp:lastModifiedBy>
  <cp:revision>799</cp:revision>
  <dcterms:created xsi:type="dcterms:W3CDTF">2014-04-29T19:04:21Z</dcterms:created>
  <dcterms:modified xsi:type="dcterms:W3CDTF">2026-05-16T23:53:58Z</dcterms:modified>
</cp:coreProperties>
</file>